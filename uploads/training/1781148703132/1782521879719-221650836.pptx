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13"/>
  </p:notesMasterIdLst>
  <p:sldIdLst>
    <p:sldId id="256" r:id="rId4"/>
    <p:sldId id="302" r:id="rId5"/>
    <p:sldId id="258" r:id="rId6"/>
    <p:sldId id="257" r:id="rId7"/>
    <p:sldId id="275" r:id="rId8"/>
    <p:sldId id="276" r:id="rId9"/>
    <p:sldId id="277" r:id="rId10"/>
    <p:sldId id="279" r:id="rId11"/>
    <p:sldId id="282" r:id="rId12"/>
    <p:sldId id="303" r:id="rId14"/>
    <p:sldId id="280" r:id="rId15"/>
    <p:sldId id="283" r:id="rId16"/>
    <p:sldId id="304" r:id="rId17"/>
    <p:sldId id="285" r:id="rId18"/>
    <p:sldId id="286" r:id="rId19"/>
    <p:sldId id="305" r:id="rId20"/>
    <p:sldId id="288" r:id="rId21"/>
    <p:sldId id="290" r:id="rId22"/>
    <p:sldId id="296" r:id="rId23"/>
    <p:sldId id="306" r:id="rId24"/>
    <p:sldId id="292" r:id="rId25"/>
    <p:sldId id="298" r:id="rId26"/>
    <p:sldId id="307" r:id="rId27"/>
    <p:sldId id="293" r:id="rId28"/>
    <p:sldId id="294" r:id="rId29"/>
    <p:sldId id="295" r:id="rId30"/>
    <p:sldId id="300" r:id="rId31"/>
    <p:sldId id="273" r:id="rId32"/>
    <p:sldId id="301" r:id="rId33"/>
    <p:sldId id="274" r:id="rId34"/>
  </p:sldIdLst>
  <p:sldSz cx="12192000" cy="6858000"/>
  <p:notesSz cx="6858000" cy="91440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3" userDrawn="1">
          <p15:clr>
            <a:srgbClr val="A4A3A4"/>
          </p15:clr>
        </p15:guide>
        <p15:guide id="6" orient="horz" pos="39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86502" autoAdjust="0"/>
  </p:normalViewPr>
  <p:slideViewPr>
    <p:cSldViewPr snapToGrid="0" showGuides="1">
      <p:cViewPr varScale="1">
        <p:scale>
          <a:sx n="60" d="100"/>
          <a:sy n="60" d="100"/>
        </p:scale>
        <p:origin x="1392" y="78"/>
      </p:cViewPr>
      <p:guideLst>
        <p:guide pos="416"/>
        <p:guide pos="7253"/>
        <p:guide orient="horz" pos="39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tags" Target="tags/tag8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F7B9C-289C-4535-9294-AF833ECD9D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14914-442D-4E46-85CC-3376428BB70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 descr="7a5069cd-1b4c-412f-b06a-ea4e85864e47"/>
          <p:cNvSpPr/>
          <p:nvPr/>
        </p:nvSpPr>
        <p:spPr>
          <a:xfrm rot="17692774" flipH="1">
            <a:off x="10959207" y="5288308"/>
            <a:ext cx="878701" cy="881107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 descr="7cda4d65-ba29-4bfa-b709-835bf4badcb6"/>
          <p:cNvSpPr>
            <a:spLocks noGrp="1"/>
          </p:cNvSpPr>
          <p:nvPr>
            <p:ph type="ctrTitle" hasCustomPrompt="1"/>
          </p:nvPr>
        </p:nvSpPr>
        <p:spPr>
          <a:xfrm>
            <a:off x="1377950" y="1176675"/>
            <a:ext cx="9436100" cy="2484009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副标题 2" descr="4811a940-557b-4b32-9b76-96e52060d48b"/>
          <p:cNvSpPr>
            <a:spLocks noGrp="1"/>
          </p:cNvSpPr>
          <p:nvPr>
            <p:ph type="subTitle" idx="1" hasCustomPrompt="1"/>
          </p:nvPr>
        </p:nvSpPr>
        <p:spPr>
          <a:xfrm>
            <a:off x="1377950" y="3816187"/>
            <a:ext cx="9436100" cy="88139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c52ab83c-b37e-4ed9-8ea7-2987ecdbbe99"/>
          <p:cNvSpPr>
            <a:spLocks noGrp="1"/>
          </p:cNvSpPr>
          <p:nvPr>
            <p:ph type="body" sz="quarter" idx="13" hasCustomPrompt="1"/>
          </p:nvPr>
        </p:nvSpPr>
        <p:spPr>
          <a:xfrm>
            <a:off x="3522585" y="4773779"/>
            <a:ext cx="2276310" cy="4437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144e7dc3-d53b-4761-80e1-6946b49d4589"/>
          <p:cNvSpPr>
            <a:spLocks noGrp="1"/>
          </p:cNvSpPr>
          <p:nvPr>
            <p:ph type="body" sz="quarter" idx="14" hasCustomPrompt="1"/>
          </p:nvPr>
        </p:nvSpPr>
        <p:spPr>
          <a:xfrm>
            <a:off x="6386328" y="4773779"/>
            <a:ext cx="2276310" cy="4437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  <p:sp>
        <p:nvSpPr>
          <p:cNvPr id="6" name="任意多边形: 形状 5" descr="d586635d-1029-4d64-a468-2098a3424ed9"/>
          <p:cNvSpPr/>
          <p:nvPr/>
        </p:nvSpPr>
        <p:spPr>
          <a:xfrm rot="5400000" flipH="1" flipV="1">
            <a:off x="1674762" y="-798870"/>
            <a:ext cx="729312" cy="2327052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1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9" name="任意多边形: 形状 8" descr="a341f829-62ff-4cce-bf78-04dc60de1bff"/>
          <p:cNvSpPr/>
          <p:nvPr/>
        </p:nvSpPr>
        <p:spPr bwMode="auto">
          <a:xfrm>
            <a:off x="9101546" y="0"/>
            <a:ext cx="2214562" cy="1409390"/>
          </a:xfrm>
          <a:custGeom>
            <a:avLst/>
            <a:gdLst>
              <a:gd name="T0" fmla="*/ 166 w 2068"/>
              <a:gd name="T1" fmla="*/ 0 h 1315"/>
              <a:gd name="T2" fmla="*/ 439 w 2068"/>
              <a:gd name="T3" fmla="*/ 437 h 1315"/>
              <a:gd name="T4" fmla="*/ 1259 w 2068"/>
              <a:gd name="T5" fmla="*/ 1019 h 1315"/>
              <a:gd name="T6" fmla="*/ 1912 w 2068"/>
              <a:gd name="T7" fmla="*/ 694 h 1315"/>
              <a:gd name="T8" fmla="*/ 2068 w 2068"/>
              <a:gd name="T9" fmla="*/ 0 h 1315"/>
              <a:gd name="T10" fmla="*/ 166 w 2068"/>
              <a:gd name="T11" fmla="*/ 0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8" h="1315">
                <a:moveTo>
                  <a:pt x="166" y="0"/>
                </a:moveTo>
                <a:cubicBezTo>
                  <a:pt x="166" y="0"/>
                  <a:pt x="0" y="285"/>
                  <a:pt x="439" y="437"/>
                </a:cubicBezTo>
                <a:cubicBezTo>
                  <a:pt x="877" y="588"/>
                  <a:pt x="961" y="724"/>
                  <a:pt x="1259" y="1019"/>
                </a:cubicBezTo>
                <a:cubicBezTo>
                  <a:pt x="1557" y="1315"/>
                  <a:pt x="2027" y="968"/>
                  <a:pt x="1912" y="694"/>
                </a:cubicBezTo>
                <a:cubicBezTo>
                  <a:pt x="1797" y="420"/>
                  <a:pt x="2068" y="0"/>
                  <a:pt x="2068" y="0"/>
                </a:cubicBezTo>
                <a:lnTo>
                  <a:pt x="1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1" name="任意多边形: 形状 20" descr="2ecfc31b-5171-4852-90d6-e7515e56cafb"/>
          <p:cNvSpPr/>
          <p:nvPr/>
        </p:nvSpPr>
        <p:spPr bwMode="auto">
          <a:xfrm>
            <a:off x="8545798" y="5704056"/>
            <a:ext cx="3646202" cy="1153945"/>
          </a:xfrm>
          <a:custGeom>
            <a:avLst/>
            <a:gdLst>
              <a:gd name="connsiteX0" fmla="*/ 1802537 w 3646202"/>
              <a:gd name="connsiteY0" fmla="*/ 1 h 1153945"/>
              <a:gd name="connsiteX1" fmla="*/ 2215240 w 3646202"/>
              <a:gd name="connsiteY1" fmla="*/ 295827 h 1153945"/>
              <a:gd name="connsiteX2" fmla="*/ 3174234 w 3646202"/>
              <a:gd name="connsiteY2" fmla="*/ 633409 h 1153945"/>
              <a:gd name="connsiteX3" fmla="*/ 3598155 w 3646202"/>
              <a:gd name="connsiteY3" fmla="*/ 1021612 h 1153945"/>
              <a:gd name="connsiteX4" fmla="*/ 3646202 w 3646202"/>
              <a:gd name="connsiteY4" fmla="*/ 1074853 h 1153945"/>
              <a:gd name="connsiteX5" fmla="*/ 3646202 w 3646202"/>
              <a:gd name="connsiteY5" fmla="*/ 1153945 h 1153945"/>
              <a:gd name="connsiteX6" fmla="*/ 0 w 3646202"/>
              <a:gd name="connsiteY6" fmla="*/ 1153945 h 1153945"/>
              <a:gd name="connsiteX7" fmla="*/ 590967 w 3646202"/>
              <a:gd name="connsiteY7" fmla="*/ 1009942 h 1153945"/>
              <a:gd name="connsiteX8" fmla="*/ 1419028 w 3646202"/>
              <a:gd name="connsiteY8" fmla="*/ 163628 h 1153945"/>
              <a:gd name="connsiteX9" fmla="*/ 1802537 w 3646202"/>
              <a:gd name="connsiteY9" fmla="*/ 1 h 115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46202" h="1153945">
                <a:moveTo>
                  <a:pt x="1802537" y="1"/>
                </a:moveTo>
                <a:cubicBezTo>
                  <a:pt x="1947182" y="-147"/>
                  <a:pt x="2096693" y="76281"/>
                  <a:pt x="2215240" y="295827"/>
                </a:cubicBezTo>
                <a:cubicBezTo>
                  <a:pt x="2452334" y="736100"/>
                  <a:pt x="2968988" y="510652"/>
                  <a:pt x="3174234" y="633409"/>
                </a:cubicBezTo>
                <a:cubicBezTo>
                  <a:pt x="3301775" y="710132"/>
                  <a:pt x="3481384" y="894286"/>
                  <a:pt x="3598155" y="1021612"/>
                </a:cubicBezTo>
                <a:lnTo>
                  <a:pt x="3646202" y="1074853"/>
                </a:lnTo>
                <a:lnTo>
                  <a:pt x="3646202" y="1153945"/>
                </a:lnTo>
                <a:lnTo>
                  <a:pt x="0" y="1153945"/>
                </a:lnTo>
                <a:cubicBezTo>
                  <a:pt x="0" y="1153945"/>
                  <a:pt x="66056" y="1104370"/>
                  <a:pt x="590967" y="1009942"/>
                </a:cubicBezTo>
                <a:cubicBezTo>
                  <a:pt x="1114697" y="915514"/>
                  <a:pt x="1222039" y="337140"/>
                  <a:pt x="1419028" y="163628"/>
                </a:cubicBezTo>
                <a:cubicBezTo>
                  <a:pt x="1518112" y="76872"/>
                  <a:pt x="1657891" y="148"/>
                  <a:pt x="18025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1" name="任意多边形: 形状 10" descr="756e84f5-f975-4458-b12c-8336349f3aa7"/>
          <p:cNvSpPr/>
          <p:nvPr/>
        </p:nvSpPr>
        <p:spPr>
          <a:xfrm>
            <a:off x="9802801" y="5159363"/>
            <a:ext cx="2384171" cy="1698637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 descr="6353c89e-6b79-47f7-8102-df173249787f"/>
          <p:cNvSpPr/>
          <p:nvPr/>
        </p:nvSpPr>
        <p:spPr bwMode="auto">
          <a:xfrm>
            <a:off x="10308656" y="0"/>
            <a:ext cx="1883343" cy="1475297"/>
          </a:xfrm>
          <a:custGeom>
            <a:avLst/>
            <a:gdLst>
              <a:gd name="T0" fmla="*/ 566 w 2162"/>
              <a:gd name="T1" fmla="*/ 0 h 1693"/>
              <a:gd name="T2" fmla="*/ 445 w 2162"/>
              <a:gd name="T3" fmla="*/ 1063 h 1693"/>
              <a:gd name="T4" fmla="*/ 1572 w 2162"/>
              <a:gd name="T5" fmla="*/ 1375 h 1693"/>
              <a:gd name="T6" fmla="*/ 2162 w 2162"/>
              <a:gd name="T7" fmla="*/ 1675 h 1693"/>
              <a:gd name="T8" fmla="*/ 2162 w 2162"/>
              <a:gd name="T9" fmla="*/ 0 h 1693"/>
              <a:gd name="T10" fmla="*/ 566 w 2162"/>
              <a:gd name="T11" fmla="*/ 0 h 1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2" h="1693">
                <a:moveTo>
                  <a:pt x="566" y="0"/>
                </a:moveTo>
                <a:cubicBezTo>
                  <a:pt x="566" y="0"/>
                  <a:pt x="0" y="542"/>
                  <a:pt x="445" y="1063"/>
                </a:cubicBezTo>
                <a:cubicBezTo>
                  <a:pt x="810" y="1490"/>
                  <a:pt x="1284" y="1098"/>
                  <a:pt x="1572" y="1375"/>
                </a:cubicBezTo>
                <a:cubicBezTo>
                  <a:pt x="1904" y="1693"/>
                  <a:pt x="2162" y="1675"/>
                  <a:pt x="2162" y="1675"/>
                </a:cubicBezTo>
                <a:cubicBezTo>
                  <a:pt x="2162" y="0"/>
                  <a:pt x="2162" y="0"/>
                  <a:pt x="2162" y="0"/>
                </a:cubicBezTo>
                <a:lnTo>
                  <a:pt x="5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12" descr="734983c6-703c-4231-a649-c096f93f45fc"/>
          <p:cNvSpPr/>
          <p:nvPr/>
        </p:nvSpPr>
        <p:spPr>
          <a:xfrm>
            <a:off x="1" y="2"/>
            <a:ext cx="1432559" cy="1789521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 descr="e777cd90-9e0d-4e95-93b5-43f47e5a3ddd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 descr="e33b150a-07d3-42fc-bea2-c9e7d4cb4ecb"/>
          <p:cNvSpPr/>
          <p:nvPr/>
        </p:nvSpPr>
        <p:spPr>
          <a:xfrm rot="21419731">
            <a:off x="-53310" y="4769131"/>
            <a:ext cx="1067679" cy="2118306"/>
          </a:xfrm>
          <a:custGeom>
            <a:avLst/>
            <a:gdLst>
              <a:gd name="connsiteX0" fmla="*/ 108241 w 1067679"/>
              <a:gd name="connsiteY0" fmla="*/ 0 h 2118306"/>
              <a:gd name="connsiteX1" fmla="*/ 148080 w 1067679"/>
              <a:gd name="connsiteY1" fmla="*/ 24204 h 2118306"/>
              <a:gd name="connsiteX2" fmla="*/ 456769 w 1067679"/>
              <a:gd name="connsiteY2" fmla="*/ 278897 h 2118306"/>
              <a:gd name="connsiteX3" fmla="*/ 1067679 w 1067679"/>
              <a:gd name="connsiteY3" fmla="*/ 1753763 h 2118306"/>
              <a:gd name="connsiteX4" fmla="*/ 1067679 w 1067679"/>
              <a:gd name="connsiteY4" fmla="*/ 2118306 h 2118306"/>
              <a:gd name="connsiteX5" fmla="*/ 0 w 1067679"/>
              <a:gd name="connsiteY5" fmla="*/ 2062268 h 211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7679" h="2118306">
                <a:moveTo>
                  <a:pt x="108241" y="0"/>
                </a:moveTo>
                <a:lnTo>
                  <a:pt x="148080" y="24204"/>
                </a:lnTo>
                <a:cubicBezTo>
                  <a:pt x="259044" y="99170"/>
                  <a:pt x="362407" y="184533"/>
                  <a:pt x="456769" y="278897"/>
                </a:cubicBezTo>
                <a:cubicBezTo>
                  <a:pt x="834221" y="656347"/>
                  <a:pt x="1067679" y="1177792"/>
                  <a:pt x="1067679" y="1753763"/>
                </a:cubicBezTo>
                <a:lnTo>
                  <a:pt x="1067679" y="2118306"/>
                </a:lnTo>
                <a:lnTo>
                  <a:pt x="0" y="2062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任意多边形: 形状 31" descr="86e00565-6d1e-4510-9f97-beabe963d30f"/>
          <p:cNvSpPr/>
          <p:nvPr/>
        </p:nvSpPr>
        <p:spPr>
          <a:xfrm rot="17692774">
            <a:off x="10500383" y="461797"/>
            <a:ext cx="1160603" cy="1163782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" name="直接连接符 21" descr="1837968b-c1cd-4596-bfe4-33698a432822"/>
          <p:cNvCxnSpPr/>
          <p:nvPr/>
        </p:nvCxnSpPr>
        <p:spPr>
          <a:xfrm>
            <a:off x="1377950" y="3736884"/>
            <a:ext cx="9436100" cy="0"/>
          </a:xfrm>
          <a:prstGeom prst="line">
            <a:avLst/>
          </a:prstGeom>
          <a:noFill/>
          <a:ln w="3810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组合 26" descr="faa4cfd9-40be-4303-b304-422273d00b30"/>
          <p:cNvGrpSpPr/>
          <p:nvPr/>
        </p:nvGrpSpPr>
        <p:grpSpPr>
          <a:xfrm>
            <a:off x="331515" y="5269090"/>
            <a:ext cx="4011888" cy="1588912"/>
            <a:chOff x="331515" y="5269090"/>
            <a:chExt cx="4011888" cy="1588912"/>
          </a:xfrm>
        </p:grpSpPr>
        <p:sp>
          <p:nvSpPr>
            <p:cNvPr id="16" name="任意多边形: 形状 15" descr="dcaf46f0-d790-49aa-a1a0-edceee4ac5b6"/>
            <p:cNvSpPr/>
            <p:nvPr/>
          </p:nvSpPr>
          <p:spPr>
            <a:xfrm rot="16200000" flipH="1">
              <a:off x="1708783" y="4223383"/>
              <a:ext cx="1257351" cy="4011888"/>
            </a:xfrm>
            <a:custGeom>
              <a:avLst/>
              <a:gdLst>
                <a:gd name="connsiteX0" fmla="*/ 824558 w 824557"/>
                <a:gd name="connsiteY0" fmla="*/ 45975 h 2519381"/>
                <a:gd name="connsiteX1" fmla="*/ 480913 w 824557"/>
                <a:gd name="connsiteY1" fmla="*/ 7106 h 2519381"/>
                <a:gd name="connsiteX2" fmla="*/ 324265 w 824557"/>
                <a:gd name="connsiteY2" fmla="*/ 1063707 h 2519381"/>
                <a:gd name="connsiteX3" fmla="*/ 660296 w 824557"/>
                <a:gd name="connsiteY3" fmla="*/ 2435307 h 2519381"/>
                <a:gd name="connsiteX4" fmla="*/ 824558 w 824557"/>
                <a:gd name="connsiteY4" fmla="*/ 2519382 h 2519381"/>
                <a:gd name="connsiteX5" fmla="*/ 824558 w 824557"/>
                <a:gd name="connsiteY5" fmla="*/ 45975 h 251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4557" h="2519381">
                  <a:moveTo>
                    <a:pt x="824558" y="45975"/>
                  </a:moveTo>
                  <a:cubicBezTo>
                    <a:pt x="721155" y="5456"/>
                    <a:pt x="606997" y="-10518"/>
                    <a:pt x="480913" y="7106"/>
                  </a:cubicBezTo>
                  <a:cubicBezTo>
                    <a:pt x="115383" y="58169"/>
                    <a:pt x="-307065" y="681512"/>
                    <a:pt x="324265" y="1063707"/>
                  </a:cubicBezTo>
                  <a:cubicBezTo>
                    <a:pt x="1170759" y="1576087"/>
                    <a:pt x="126245" y="1987620"/>
                    <a:pt x="660296" y="2435307"/>
                  </a:cubicBezTo>
                  <a:cubicBezTo>
                    <a:pt x="707418" y="2474815"/>
                    <a:pt x="763326" y="2502609"/>
                    <a:pt x="824558" y="2519382"/>
                  </a:cubicBezTo>
                  <a:lnTo>
                    <a:pt x="824558" y="45975"/>
                  </a:lnTo>
                  <a:close/>
                </a:path>
              </a:pathLst>
            </a:custGeom>
            <a:solidFill>
              <a:schemeClr val="accent2"/>
            </a:solidFill>
            <a:ln w="531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Heavy" panose="02020900000000000000" pitchFamily="18" charset="-122"/>
              </a:endParaRPr>
            </a:p>
          </p:txBody>
        </p:sp>
        <p:sp>
          <p:nvSpPr>
            <p:cNvPr id="19" name="任意多边形: 形状 18" descr="77f3614d-c5f5-4afe-b342-5239b8efb3b3"/>
            <p:cNvSpPr/>
            <p:nvPr/>
          </p:nvSpPr>
          <p:spPr>
            <a:xfrm rot="17692774">
              <a:off x="798454" y="5317406"/>
              <a:ext cx="820664" cy="822912"/>
            </a:xfrm>
            <a:custGeom>
              <a:avLst/>
              <a:gdLst>
                <a:gd name="connsiteX0" fmla="*/ 1114884 w 1160603"/>
                <a:gd name="connsiteY0" fmla="*/ 352481 h 1163782"/>
                <a:gd name="connsiteX1" fmla="*/ 1116464 w 1160603"/>
                <a:gd name="connsiteY1" fmla="*/ 355393 h 1163782"/>
                <a:gd name="connsiteX2" fmla="*/ 1150370 w 1160603"/>
                <a:gd name="connsiteY2" fmla="*/ 464620 h 1163782"/>
                <a:gd name="connsiteX3" fmla="*/ 1160603 w 1160603"/>
                <a:gd name="connsiteY3" fmla="*/ 566129 h 1163782"/>
                <a:gd name="connsiteX4" fmla="*/ 1160603 w 1160603"/>
                <a:gd name="connsiteY4" fmla="*/ 597654 h 1163782"/>
                <a:gd name="connsiteX5" fmla="*/ 1150370 w 1160603"/>
                <a:gd name="connsiteY5" fmla="*/ 699163 h 1163782"/>
                <a:gd name="connsiteX6" fmla="*/ 1116464 w 1160603"/>
                <a:gd name="connsiteY6" fmla="*/ 808389 h 1163782"/>
                <a:gd name="connsiteX7" fmla="*/ 1114884 w 1160603"/>
                <a:gd name="connsiteY7" fmla="*/ 811301 h 1163782"/>
                <a:gd name="connsiteX8" fmla="*/ 45719 w 1160603"/>
                <a:gd name="connsiteY8" fmla="*/ 352480 h 1163782"/>
                <a:gd name="connsiteX9" fmla="*/ 45719 w 1160603"/>
                <a:gd name="connsiteY9" fmla="*/ 811303 h 1163782"/>
                <a:gd name="connsiteX10" fmla="*/ 44138 w 1160603"/>
                <a:gd name="connsiteY10" fmla="*/ 808389 h 1163782"/>
                <a:gd name="connsiteX11" fmla="*/ 10232 w 1160603"/>
                <a:gd name="connsiteY11" fmla="*/ 699163 h 1163782"/>
                <a:gd name="connsiteX12" fmla="*/ 0 w 1160603"/>
                <a:gd name="connsiteY12" fmla="*/ 597664 h 1163782"/>
                <a:gd name="connsiteX13" fmla="*/ 0 w 1160603"/>
                <a:gd name="connsiteY13" fmla="*/ 566119 h 1163782"/>
                <a:gd name="connsiteX14" fmla="*/ 10232 w 1160603"/>
                <a:gd name="connsiteY14" fmla="*/ 464620 h 1163782"/>
                <a:gd name="connsiteX15" fmla="*/ 44138 w 1160603"/>
                <a:gd name="connsiteY15" fmla="*/ 355393 h 1163782"/>
                <a:gd name="connsiteX16" fmla="*/ 1021977 w 1160603"/>
                <a:gd name="connsiteY16" fmla="*/ 207055 h 1163782"/>
                <a:gd name="connsiteX17" fmla="*/ 1062815 w 1160603"/>
                <a:gd name="connsiteY17" fmla="*/ 256550 h 1163782"/>
                <a:gd name="connsiteX18" fmla="*/ 1067696 w 1160603"/>
                <a:gd name="connsiteY18" fmla="*/ 265544 h 1163782"/>
                <a:gd name="connsiteX19" fmla="*/ 1067696 w 1160603"/>
                <a:gd name="connsiteY19" fmla="*/ 898238 h 1163782"/>
                <a:gd name="connsiteX20" fmla="*/ 1062815 w 1160603"/>
                <a:gd name="connsiteY20" fmla="*/ 907232 h 1163782"/>
                <a:gd name="connsiteX21" fmla="*/ 1021977 w 1160603"/>
                <a:gd name="connsiteY21" fmla="*/ 956727 h 1163782"/>
                <a:gd name="connsiteX22" fmla="*/ 138626 w 1160603"/>
                <a:gd name="connsiteY22" fmla="*/ 207054 h 1163782"/>
                <a:gd name="connsiteX23" fmla="*/ 138626 w 1160603"/>
                <a:gd name="connsiteY23" fmla="*/ 956728 h 1163782"/>
                <a:gd name="connsiteX24" fmla="*/ 97788 w 1160603"/>
                <a:gd name="connsiteY24" fmla="*/ 907232 h 1163782"/>
                <a:gd name="connsiteX25" fmla="*/ 92907 w 1160603"/>
                <a:gd name="connsiteY25" fmla="*/ 898240 h 1163782"/>
                <a:gd name="connsiteX26" fmla="*/ 92907 w 1160603"/>
                <a:gd name="connsiteY26" fmla="*/ 265542 h 1163782"/>
                <a:gd name="connsiteX27" fmla="*/ 97788 w 1160603"/>
                <a:gd name="connsiteY27" fmla="*/ 256550 h 1163782"/>
                <a:gd name="connsiteX28" fmla="*/ 929070 w 1160603"/>
                <a:gd name="connsiteY28" fmla="*/ 118708 h 1163782"/>
                <a:gd name="connsiteX29" fmla="*/ 974789 w 1160603"/>
                <a:gd name="connsiteY29" fmla="*/ 156429 h 1163782"/>
                <a:gd name="connsiteX30" fmla="*/ 974789 w 1160603"/>
                <a:gd name="connsiteY30" fmla="*/ 1007353 h 1163782"/>
                <a:gd name="connsiteX31" fmla="*/ 929070 w 1160603"/>
                <a:gd name="connsiteY31" fmla="*/ 1045074 h 1163782"/>
                <a:gd name="connsiteX32" fmla="*/ 231533 w 1160603"/>
                <a:gd name="connsiteY32" fmla="*/ 118707 h 1163782"/>
                <a:gd name="connsiteX33" fmla="*/ 231533 w 1160603"/>
                <a:gd name="connsiteY33" fmla="*/ 1045075 h 1163782"/>
                <a:gd name="connsiteX34" fmla="*/ 185814 w 1160603"/>
                <a:gd name="connsiteY34" fmla="*/ 1007354 h 1163782"/>
                <a:gd name="connsiteX35" fmla="*/ 185814 w 1160603"/>
                <a:gd name="connsiteY35" fmla="*/ 156428 h 1163782"/>
                <a:gd name="connsiteX36" fmla="*/ 836163 w 1160603"/>
                <a:gd name="connsiteY36" fmla="*/ 61666 h 1163782"/>
                <a:gd name="connsiteX37" fmla="*/ 881882 w 1160603"/>
                <a:gd name="connsiteY37" fmla="*/ 86481 h 1163782"/>
                <a:gd name="connsiteX38" fmla="*/ 881882 w 1160603"/>
                <a:gd name="connsiteY38" fmla="*/ 1077301 h 1163782"/>
                <a:gd name="connsiteX39" fmla="*/ 836163 w 1160603"/>
                <a:gd name="connsiteY39" fmla="*/ 1102116 h 1163782"/>
                <a:gd name="connsiteX40" fmla="*/ 324440 w 1160603"/>
                <a:gd name="connsiteY40" fmla="*/ 61665 h 1163782"/>
                <a:gd name="connsiteX41" fmla="*/ 324440 w 1160603"/>
                <a:gd name="connsiteY41" fmla="*/ 1102117 h 1163782"/>
                <a:gd name="connsiteX42" fmla="*/ 278721 w 1160603"/>
                <a:gd name="connsiteY42" fmla="*/ 1077301 h 1163782"/>
                <a:gd name="connsiteX43" fmla="*/ 278721 w 1160603"/>
                <a:gd name="connsiteY43" fmla="*/ 86481 h 1163782"/>
                <a:gd name="connsiteX44" fmla="*/ 743256 w 1160603"/>
                <a:gd name="connsiteY44" fmla="*/ 26003 h 1163782"/>
                <a:gd name="connsiteX45" fmla="*/ 788975 w 1160603"/>
                <a:gd name="connsiteY45" fmla="*/ 40195 h 1163782"/>
                <a:gd name="connsiteX46" fmla="*/ 788975 w 1160603"/>
                <a:gd name="connsiteY46" fmla="*/ 1123587 h 1163782"/>
                <a:gd name="connsiteX47" fmla="*/ 743256 w 1160603"/>
                <a:gd name="connsiteY47" fmla="*/ 1137779 h 1163782"/>
                <a:gd name="connsiteX48" fmla="*/ 417347 w 1160603"/>
                <a:gd name="connsiteY48" fmla="*/ 26003 h 1163782"/>
                <a:gd name="connsiteX49" fmla="*/ 417347 w 1160603"/>
                <a:gd name="connsiteY49" fmla="*/ 1137779 h 1163782"/>
                <a:gd name="connsiteX50" fmla="*/ 371628 w 1160603"/>
                <a:gd name="connsiteY50" fmla="*/ 1123588 h 1163782"/>
                <a:gd name="connsiteX51" fmla="*/ 371628 w 1160603"/>
                <a:gd name="connsiteY51" fmla="*/ 40195 h 1163782"/>
                <a:gd name="connsiteX52" fmla="*/ 650349 w 1160603"/>
                <a:gd name="connsiteY52" fmla="*/ 7062 h 1163782"/>
                <a:gd name="connsiteX53" fmla="*/ 696068 w 1160603"/>
                <a:gd name="connsiteY53" fmla="*/ 11670 h 1163782"/>
                <a:gd name="connsiteX54" fmla="*/ 696068 w 1160603"/>
                <a:gd name="connsiteY54" fmla="*/ 1152112 h 1163782"/>
                <a:gd name="connsiteX55" fmla="*/ 650349 w 1160603"/>
                <a:gd name="connsiteY55" fmla="*/ 1156721 h 1163782"/>
                <a:gd name="connsiteX56" fmla="*/ 510254 w 1160603"/>
                <a:gd name="connsiteY56" fmla="*/ 7061 h 1163782"/>
                <a:gd name="connsiteX57" fmla="*/ 510254 w 1160603"/>
                <a:gd name="connsiteY57" fmla="*/ 1156721 h 1163782"/>
                <a:gd name="connsiteX58" fmla="*/ 464535 w 1160603"/>
                <a:gd name="connsiteY58" fmla="*/ 1152112 h 1163782"/>
                <a:gd name="connsiteX59" fmla="*/ 464535 w 1160603"/>
                <a:gd name="connsiteY59" fmla="*/ 11670 h 1163782"/>
                <a:gd name="connsiteX60" fmla="*/ 580301 w 1160603"/>
                <a:gd name="connsiteY60" fmla="*/ 0 h 1163782"/>
                <a:gd name="connsiteX61" fmla="*/ 603161 w 1160603"/>
                <a:gd name="connsiteY61" fmla="*/ 2305 h 1163782"/>
                <a:gd name="connsiteX62" fmla="*/ 603161 w 1160603"/>
                <a:gd name="connsiteY62" fmla="*/ 1161478 h 1163782"/>
                <a:gd name="connsiteX63" fmla="*/ 580301 w 1160603"/>
                <a:gd name="connsiteY63" fmla="*/ 1163782 h 1163782"/>
                <a:gd name="connsiteX64" fmla="*/ 557442 w 1160603"/>
                <a:gd name="connsiteY64" fmla="*/ 1161478 h 1163782"/>
                <a:gd name="connsiteX65" fmla="*/ 557442 w 1160603"/>
                <a:gd name="connsiteY65" fmla="*/ 2304 h 1163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160603" h="1163782">
                  <a:moveTo>
                    <a:pt x="1114884" y="352481"/>
                  </a:moveTo>
                  <a:lnTo>
                    <a:pt x="1116464" y="355393"/>
                  </a:lnTo>
                  <a:cubicBezTo>
                    <a:pt x="1131187" y="390201"/>
                    <a:pt x="1142619" y="426740"/>
                    <a:pt x="1150370" y="464620"/>
                  </a:cubicBezTo>
                  <a:lnTo>
                    <a:pt x="1160603" y="566129"/>
                  </a:lnTo>
                  <a:lnTo>
                    <a:pt x="1160603" y="597654"/>
                  </a:lnTo>
                  <a:lnTo>
                    <a:pt x="1150370" y="699163"/>
                  </a:lnTo>
                  <a:cubicBezTo>
                    <a:pt x="1142619" y="737042"/>
                    <a:pt x="1131187" y="773581"/>
                    <a:pt x="1116464" y="808389"/>
                  </a:cubicBezTo>
                  <a:lnTo>
                    <a:pt x="1114884" y="811301"/>
                  </a:lnTo>
                  <a:close/>
                  <a:moveTo>
                    <a:pt x="45719" y="352480"/>
                  </a:moveTo>
                  <a:lnTo>
                    <a:pt x="45719" y="811303"/>
                  </a:lnTo>
                  <a:lnTo>
                    <a:pt x="44138" y="808389"/>
                  </a:lnTo>
                  <a:cubicBezTo>
                    <a:pt x="29415" y="773581"/>
                    <a:pt x="17984" y="737042"/>
                    <a:pt x="10232" y="699163"/>
                  </a:cubicBezTo>
                  <a:lnTo>
                    <a:pt x="0" y="597664"/>
                  </a:lnTo>
                  <a:lnTo>
                    <a:pt x="0" y="566119"/>
                  </a:lnTo>
                  <a:lnTo>
                    <a:pt x="10232" y="464620"/>
                  </a:lnTo>
                  <a:cubicBezTo>
                    <a:pt x="17984" y="426740"/>
                    <a:pt x="29415" y="390201"/>
                    <a:pt x="44138" y="355393"/>
                  </a:cubicBezTo>
                  <a:close/>
                  <a:moveTo>
                    <a:pt x="1021977" y="207055"/>
                  </a:moveTo>
                  <a:lnTo>
                    <a:pt x="1062815" y="256550"/>
                  </a:lnTo>
                  <a:lnTo>
                    <a:pt x="1067696" y="265544"/>
                  </a:lnTo>
                  <a:lnTo>
                    <a:pt x="1067696" y="898238"/>
                  </a:lnTo>
                  <a:lnTo>
                    <a:pt x="1062815" y="907232"/>
                  </a:lnTo>
                  <a:lnTo>
                    <a:pt x="1021977" y="956727"/>
                  </a:lnTo>
                  <a:close/>
                  <a:moveTo>
                    <a:pt x="138626" y="207054"/>
                  </a:moveTo>
                  <a:lnTo>
                    <a:pt x="138626" y="956728"/>
                  </a:lnTo>
                  <a:lnTo>
                    <a:pt x="97788" y="907232"/>
                  </a:lnTo>
                  <a:lnTo>
                    <a:pt x="92907" y="898240"/>
                  </a:lnTo>
                  <a:lnTo>
                    <a:pt x="92907" y="265542"/>
                  </a:lnTo>
                  <a:lnTo>
                    <a:pt x="97788" y="256550"/>
                  </a:lnTo>
                  <a:close/>
                  <a:moveTo>
                    <a:pt x="929070" y="118708"/>
                  </a:moveTo>
                  <a:lnTo>
                    <a:pt x="974789" y="156429"/>
                  </a:lnTo>
                  <a:lnTo>
                    <a:pt x="974789" y="1007353"/>
                  </a:lnTo>
                  <a:lnTo>
                    <a:pt x="929070" y="1045074"/>
                  </a:lnTo>
                  <a:close/>
                  <a:moveTo>
                    <a:pt x="231533" y="118707"/>
                  </a:moveTo>
                  <a:lnTo>
                    <a:pt x="231533" y="1045075"/>
                  </a:lnTo>
                  <a:lnTo>
                    <a:pt x="185814" y="1007354"/>
                  </a:lnTo>
                  <a:lnTo>
                    <a:pt x="185814" y="156428"/>
                  </a:lnTo>
                  <a:close/>
                  <a:moveTo>
                    <a:pt x="836163" y="61666"/>
                  </a:moveTo>
                  <a:lnTo>
                    <a:pt x="881882" y="86481"/>
                  </a:lnTo>
                  <a:lnTo>
                    <a:pt x="881882" y="1077301"/>
                  </a:lnTo>
                  <a:lnTo>
                    <a:pt x="836163" y="1102116"/>
                  </a:lnTo>
                  <a:close/>
                  <a:moveTo>
                    <a:pt x="324440" y="61665"/>
                  </a:moveTo>
                  <a:lnTo>
                    <a:pt x="324440" y="1102117"/>
                  </a:lnTo>
                  <a:lnTo>
                    <a:pt x="278721" y="1077301"/>
                  </a:lnTo>
                  <a:lnTo>
                    <a:pt x="278721" y="86481"/>
                  </a:lnTo>
                  <a:close/>
                  <a:moveTo>
                    <a:pt x="743256" y="26003"/>
                  </a:moveTo>
                  <a:lnTo>
                    <a:pt x="788975" y="40195"/>
                  </a:lnTo>
                  <a:lnTo>
                    <a:pt x="788975" y="1123587"/>
                  </a:lnTo>
                  <a:lnTo>
                    <a:pt x="743256" y="1137779"/>
                  </a:lnTo>
                  <a:close/>
                  <a:moveTo>
                    <a:pt x="417347" y="26003"/>
                  </a:moveTo>
                  <a:lnTo>
                    <a:pt x="417347" y="1137779"/>
                  </a:lnTo>
                  <a:lnTo>
                    <a:pt x="371628" y="1123588"/>
                  </a:lnTo>
                  <a:lnTo>
                    <a:pt x="371628" y="40195"/>
                  </a:lnTo>
                  <a:close/>
                  <a:moveTo>
                    <a:pt x="650349" y="7062"/>
                  </a:moveTo>
                  <a:lnTo>
                    <a:pt x="696068" y="11670"/>
                  </a:lnTo>
                  <a:lnTo>
                    <a:pt x="696068" y="1152112"/>
                  </a:lnTo>
                  <a:lnTo>
                    <a:pt x="650349" y="1156721"/>
                  </a:lnTo>
                  <a:close/>
                  <a:moveTo>
                    <a:pt x="510254" y="7061"/>
                  </a:moveTo>
                  <a:lnTo>
                    <a:pt x="510254" y="1156721"/>
                  </a:lnTo>
                  <a:lnTo>
                    <a:pt x="464535" y="1152112"/>
                  </a:lnTo>
                  <a:lnTo>
                    <a:pt x="464535" y="11670"/>
                  </a:lnTo>
                  <a:close/>
                  <a:moveTo>
                    <a:pt x="580301" y="0"/>
                  </a:moveTo>
                  <a:lnTo>
                    <a:pt x="603161" y="2305"/>
                  </a:lnTo>
                  <a:lnTo>
                    <a:pt x="603161" y="1161478"/>
                  </a:lnTo>
                  <a:lnTo>
                    <a:pt x="580301" y="1163782"/>
                  </a:lnTo>
                  <a:lnTo>
                    <a:pt x="557442" y="1161478"/>
                  </a:lnTo>
                  <a:lnTo>
                    <a:pt x="557442" y="23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 descr="34e6b5ee-3200-4a12-8f2a-4000e5755b33"/>
            <p:cNvSpPr/>
            <p:nvPr/>
          </p:nvSpPr>
          <p:spPr>
            <a:xfrm rot="7087058" flipH="1" flipV="1">
              <a:off x="891728" y="5269090"/>
              <a:ext cx="350849" cy="35084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b7fa3f8-248d-4be8-94fb-6c7bbfa6366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4ffdc47e-18a1-4b5b-bbfb-725350756496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c98c0a3c-76db-427c-a5b4-4680e2e6628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67540dc-b418-45cf-b1ab-637f8a6082e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d2830848-68ba-415e-8a23-33d117887a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 descr="41428d8a-5c59-4046-a614-ade563c3b94b"/>
          <p:cNvSpPr/>
          <p:nvPr/>
        </p:nvSpPr>
        <p:spPr>
          <a:xfrm>
            <a:off x="1" y="2"/>
            <a:ext cx="1670999" cy="2087375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 descr="78d0de90-fedc-4a4d-be20-b9a472391880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4400"/>
            </a:lvl1pPr>
          </a:lstStyle>
          <a:p>
            <a:pPr lvl="0"/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内容占位符 2" descr="75ee3d39-70ba-44e4-8e82-3dea4f48a747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 sz="2400"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 sz="2000"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 descr="fd225094-70a7-4c5e-9d64-6fc70eb6c2c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 descr="3d55574b-ae7f-41b7-b15c-a56572d1a11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a29299fd-d9ed-492a-913c-e3d6e0b475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 descr="bceaba1a-7857-4813-9b1b-f469a0476f02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c77d0751-fd41-4a8c-b683-aa1fbcf0f46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任意多边形: 形状 9" descr="47d99aa1-017c-4998-9be9-2af2523838f3"/>
          <p:cNvSpPr/>
          <p:nvPr/>
        </p:nvSpPr>
        <p:spPr>
          <a:xfrm rot="5400000" flipH="1" flipV="1">
            <a:off x="1293916" y="-1377269"/>
            <a:ext cx="1257351" cy="4011888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2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13" name="任意多边形: 形状 12" descr="fc9b7e3f-55e5-4e6e-901c-bb983164d407"/>
          <p:cNvSpPr/>
          <p:nvPr/>
        </p:nvSpPr>
        <p:spPr>
          <a:xfrm rot="17692774" flipH="1">
            <a:off x="10690334" y="5007944"/>
            <a:ext cx="878701" cy="881107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 descr="fcc08f5a-c035-4c85-a25f-052f224f91a9"/>
          <p:cNvSpPr/>
          <p:nvPr/>
        </p:nvSpPr>
        <p:spPr>
          <a:xfrm rot="21439473" flipH="1">
            <a:off x="10242434" y="5903736"/>
            <a:ext cx="1973950" cy="998700"/>
          </a:xfrm>
          <a:custGeom>
            <a:avLst/>
            <a:gdLst>
              <a:gd name="connsiteX0" fmla="*/ 0 w 1973950"/>
              <a:gd name="connsiteY0" fmla="*/ 0 h 998700"/>
              <a:gd name="connsiteX1" fmla="*/ 46668 w 1973950"/>
              <a:gd name="connsiteY1" fmla="*/ 998700 h 998700"/>
              <a:gd name="connsiteX2" fmla="*/ 1243501 w 1973950"/>
              <a:gd name="connsiteY2" fmla="*/ 942773 h 998700"/>
              <a:gd name="connsiteX3" fmla="*/ 1973950 w 1973950"/>
              <a:gd name="connsiteY3" fmla="*/ 351399 h 998700"/>
              <a:gd name="connsiteX4" fmla="*/ 1971295 w 1973950"/>
              <a:gd name="connsiteY4" fmla="*/ 344243 h 998700"/>
              <a:gd name="connsiteX5" fmla="*/ 1874097 w 1973950"/>
              <a:gd name="connsiteY5" fmla="*/ 185626 h 998700"/>
              <a:gd name="connsiteX6" fmla="*/ 116860 w 1973950"/>
              <a:gd name="connsiteY6" fmla="*/ 32980 h 99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3950" h="998700">
                <a:moveTo>
                  <a:pt x="0" y="0"/>
                </a:moveTo>
                <a:lnTo>
                  <a:pt x="46668" y="998700"/>
                </a:lnTo>
                <a:lnTo>
                  <a:pt x="1243501" y="942773"/>
                </a:lnTo>
                <a:lnTo>
                  <a:pt x="1973950" y="351399"/>
                </a:lnTo>
                <a:lnTo>
                  <a:pt x="1971295" y="344243"/>
                </a:lnTo>
                <a:cubicBezTo>
                  <a:pt x="1942947" y="276704"/>
                  <a:pt x="1910653" y="224885"/>
                  <a:pt x="1874097" y="185626"/>
                </a:cubicBezTo>
                <a:cubicBezTo>
                  <a:pt x="1586218" y="-123536"/>
                  <a:pt x="1180792" y="295670"/>
                  <a:pt x="116860" y="329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 descr="be6af37c-5bab-4bcd-8072-1f229f75dc34"/>
          <p:cNvSpPr/>
          <p:nvPr/>
        </p:nvSpPr>
        <p:spPr bwMode="auto">
          <a:xfrm>
            <a:off x="8545798" y="5704056"/>
            <a:ext cx="3646202" cy="1153945"/>
          </a:xfrm>
          <a:custGeom>
            <a:avLst/>
            <a:gdLst>
              <a:gd name="connsiteX0" fmla="*/ 1802537 w 3646202"/>
              <a:gd name="connsiteY0" fmla="*/ 1 h 1153945"/>
              <a:gd name="connsiteX1" fmla="*/ 2215240 w 3646202"/>
              <a:gd name="connsiteY1" fmla="*/ 295827 h 1153945"/>
              <a:gd name="connsiteX2" fmla="*/ 3174234 w 3646202"/>
              <a:gd name="connsiteY2" fmla="*/ 633409 h 1153945"/>
              <a:gd name="connsiteX3" fmla="*/ 3598155 w 3646202"/>
              <a:gd name="connsiteY3" fmla="*/ 1021612 h 1153945"/>
              <a:gd name="connsiteX4" fmla="*/ 3646202 w 3646202"/>
              <a:gd name="connsiteY4" fmla="*/ 1074853 h 1153945"/>
              <a:gd name="connsiteX5" fmla="*/ 3646202 w 3646202"/>
              <a:gd name="connsiteY5" fmla="*/ 1153945 h 1153945"/>
              <a:gd name="connsiteX6" fmla="*/ 0 w 3646202"/>
              <a:gd name="connsiteY6" fmla="*/ 1153945 h 1153945"/>
              <a:gd name="connsiteX7" fmla="*/ 590967 w 3646202"/>
              <a:gd name="connsiteY7" fmla="*/ 1009942 h 1153945"/>
              <a:gd name="connsiteX8" fmla="*/ 1419028 w 3646202"/>
              <a:gd name="connsiteY8" fmla="*/ 163628 h 1153945"/>
              <a:gd name="connsiteX9" fmla="*/ 1802537 w 3646202"/>
              <a:gd name="connsiteY9" fmla="*/ 1 h 115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46202" h="1153945">
                <a:moveTo>
                  <a:pt x="1802537" y="1"/>
                </a:moveTo>
                <a:cubicBezTo>
                  <a:pt x="1947182" y="-147"/>
                  <a:pt x="2096693" y="76281"/>
                  <a:pt x="2215240" y="295827"/>
                </a:cubicBezTo>
                <a:cubicBezTo>
                  <a:pt x="2452334" y="736100"/>
                  <a:pt x="2968988" y="510652"/>
                  <a:pt x="3174234" y="633409"/>
                </a:cubicBezTo>
                <a:cubicBezTo>
                  <a:pt x="3301775" y="710132"/>
                  <a:pt x="3481384" y="894286"/>
                  <a:pt x="3598155" y="1021612"/>
                </a:cubicBezTo>
                <a:lnTo>
                  <a:pt x="3646202" y="1074853"/>
                </a:lnTo>
                <a:lnTo>
                  <a:pt x="3646202" y="1153945"/>
                </a:lnTo>
                <a:lnTo>
                  <a:pt x="0" y="1153945"/>
                </a:lnTo>
                <a:cubicBezTo>
                  <a:pt x="0" y="1153945"/>
                  <a:pt x="66056" y="1104370"/>
                  <a:pt x="590967" y="1009942"/>
                </a:cubicBezTo>
                <a:cubicBezTo>
                  <a:pt x="1114697" y="915514"/>
                  <a:pt x="1222039" y="337140"/>
                  <a:pt x="1419028" y="163628"/>
                </a:cubicBezTo>
                <a:cubicBezTo>
                  <a:pt x="1518112" y="76872"/>
                  <a:pt x="1657891" y="148"/>
                  <a:pt x="18025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任意多边形: 形状 15" descr="e3176d8c-f32f-4699-a3a8-fb325df9df34"/>
          <p:cNvSpPr/>
          <p:nvPr/>
        </p:nvSpPr>
        <p:spPr>
          <a:xfrm>
            <a:off x="9802801" y="5183506"/>
            <a:ext cx="2384171" cy="1698637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 descr="ed928578-e6b5-4363-98b6-43136e6d72c5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 descr="3ebdd3cc-a97a-478d-b851-643ecc41577e"/>
          <p:cNvSpPr/>
          <p:nvPr/>
        </p:nvSpPr>
        <p:spPr>
          <a:xfrm rot="5400000" flipH="1" flipV="1">
            <a:off x="1149143" y="-1149142"/>
            <a:ext cx="1049086" cy="3347371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2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8" name="任意多边形: 形状 7" descr="eac094b8-e5d1-4fab-a396-cde6d09951a7"/>
          <p:cNvSpPr/>
          <p:nvPr/>
        </p:nvSpPr>
        <p:spPr bwMode="auto">
          <a:xfrm>
            <a:off x="9101546" y="0"/>
            <a:ext cx="2214562" cy="1409390"/>
          </a:xfrm>
          <a:custGeom>
            <a:avLst/>
            <a:gdLst>
              <a:gd name="T0" fmla="*/ 166 w 2068"/>
              <a:gd name="T1" fmla="*/ 0 h 1315"/>
              <a:gd name="T2" fmla="*/ 439 w 2068"/>
              <a:gd name="T3" fmla="*/ 437 h 1315"/>
              <a:gd name="T4" fmla="*/ 1259 w 2068"/>
              <a:gd name="T5" fmla="*/ 1019 h 1315"/>
              <a:gd name="T6" fmla="*/ 1912 w 2068"/>
              <a:gd name="T7" fmla="*/ 694 h 1315"/>
              <a:gd name="T8" fmla="*/ 2068 w 2068"/>
              <a:gd name="T9" fmla="*/ 0 h 1315"/>
              <a:gd name="T10" fmla="*/ 166 w 2068"/>
              <a:gd name="T11" fmla="*/ 0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8" h="1315">
                <a:moveTo>
                  <a:pt x="166" y="0"/>
                </a:moveTo>
                <a:cubicBezTo>
                  <a:pt x="166" y="0"/>
                  <a:pt x="0" y="285"/>
                  <a:pt x="439" y="437"/>
                </a:cubicBezTo>
                <a:cubicBezTo>
                  <a:pt x="877" y="588"/>
                  <a:pt x="961" y="724"/>
                  <a:pt x="1259" y="1019"/>
                </a:cubicBezTo>
                <a:cubicBezTo>
                  <a:pt x="1557" y="1315"/>
                  <a:pt x="2027" y="968"/>
                  <a:pt x="1912" y="694"/>
                </a:cubicBezTo>
                <a:cubicBezTo>
                  <a:pt x="1797" y="420"/>
                  <a:pt x="2068" y="0"/>
                  <a:pt x="2068" y="0"/>
                </a:cubicBezTo>
                <a:lnTo>
                  <a:pt x="1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9" name="任意多边形: 形状 8" descr="397afeb2-111f-4550-a5f8-9873f1529f2b"/>
          <p:cNvSpPr/>
          <p:nvPr/>
        </p:nvSpPr>
        <p:spPr bwMode="auto">
          <a:xfrm>
            <a:off x="10308656" y="0"/>
            <a:ext cx="1883343" cy="1475297"/>
          </a:xfrm>
          <a:custGeom>
            <a:avLst/>
            <a:gdLst>
              <a:gd name="T0" fmla="*/ 566 w 2162"/>
              <a:gd name="T1" fmla="*/ 0 h 1693"/>
              <a:gd name="T2" fmla="*/ 445 w 2162"/>
              <a:gd name="T3" fmla="*/ 1063 h 1693"/>
              <a:gd name="T4" fmla="*/ 1572 w 2162"/>
              <a:gd name="T5" fmla="*/ 1375 h 1693"/>
              <a:gd name="T6" fmla="*/ 2162 w 2162"/>
              <a:gd name="T7" fmla="*/ 1675 h 1693"/>
              <a:gd name="T8" fmla="*/ 2162 w 2162"/>
              <a:gd name="T9" fmla="*/ 0 h 1693"/>
              <a:gd name="T10" fmla="*/ 566 w 2162"/>
              <a:gd name="T11" fmla="*/ 0 h 1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2" h="1693">
                <a:moveTo>
                  <a:pt x="566" y="0"/>
                </a:moveTo>
                <a:cubicBezTo>
                  <a:pt x="566" y="0"/>
                  <a:pt x="0" y="542"/>
                  <a:pt x="445" y="1063"/>
                </a:cubicBezTo>
                <a:cubicBezTo>
                  <a:pt x="810" y="1490"/>
                  <a:pt x="1284" y="1098"/>
                  <a:pt x="1572" y="1375"/>
                </a:cubicBezTo>
                <a:cubicBezTo>
                  <a:pt x="1904" y="1693"/>
                  <a:pt x="2162" y="1675"/>
                  <a:pt x="2162" y="1675"/>
                </a:cubicBezTo>
                <a:cubicBezTo>
                  <a:pt x="2162" y="0"/>
                  <a:pt x="2162" y="0"/>
                  <a:pt x="2162" y="0"/>
                </a:cubicBezTo>
                <a:lnTo>
                  <a:pt x="5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2" name="任意多边形: 形状 11" descr="df780737-9150-48af-a3f0-b52b86f480c4"/>
          <p:cNvSpPr/>
          <p:nvPr/>
        </p:nvSpPr>
        <p:spPr>
          <a:xfrm rot="17692774">
            <a:off x="10500383" y="461797"/>
            <a:ext cx="1160603" cy="1163782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 descr="b33a8b6c-405f-467d-a89f-5381ae7fa66b"/>
          <p:cNvSpPr/>
          <p:nvPr/>
        </p:nvSpPr>
        <p:spPr bwMode="auto">
          <a:xfrm>
            <a:off x="11109175" y="4743450"/>
            <a:ext cx="1082825" cy="1766888"/>
          </a:xfrm>
          <a:custGeom>
            <a:avLst/>
            <a:gdLst>
              <a:gd name="T0" fmla="*/ 812 w 812"/>
              <a:gd name="T1" fmla="*/ 0 h 1324"/>
              <a:gd name="T2" fmla="*/ 216 w 812"/>
              <a:gd name="T3" fmla="*/ 331 h 1324"/>
              <a:gd name="T4" fmla="*/ 812 w 812"/>
              <a:gd name="T5" fmla="*/ 1288 h 1324"/>
              <a:gd name="T6" fmla="*/ 812 w 812"/>
              <a:gd name="T7" fmla="*/ 0 h 1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12" h="1324">
                <a:moveTo>
                  <a:pt x="812" y="0"/>
                </a:moveTo>
                <a:cubicBezTo>
                  <a:pt x="812" y="0"/>
                  <a:pt x="397" y="112"/>
                  <a:pt x="216" y="331"/>
                </a:cubicBezTo>
                <a:cubicBezTo>
                  <a:pt x="0" y="593"/>
                  <a:pt x="269" y="1324"/>
                  <a:pt x="812" y="1288"/>
                </a:cubicBezTo>
                <a:lnTo>
                  <a:pt x="8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任意多边形: 形状 15" descr="41ab61de-e260-4f1b-bf54-fdf8eb490d60"/>
          <p:cNvSpPr/>
          <p:nvPr/>
        </p:nvSpPr>
        <p:spPr>
          <a:xfrm>
            <a:off x="9938342" y="5207406"/>
            <a:ext cx="2253658" cy="1650594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 descr="94d13ad9-2db9-47e9-a4be-3d0647a1da0f"/>
          <p:cNvSpPr/>
          <p:nvPr/>
        </p:nvSpPr>
        <p:spPr>
          <a:xfrm rot="2182719">
            <a:off x="996958" y="6075637"/>
            <a:ext cx="1696065" cy="1390235"/>
          </a:xfrm>
          <a:custGeom>
            <a:avLst/>
            <a:gdLst>
              <a:gd name="connsiteX0" fmla="*/ 28187 w 2422572"/>
              <a:gd name="connsiteY0" fmla="*/ 1850357 h 1985741"/>
              <a:gd name="connsiteX1" fmla="*/ 271186 w 2422572"/>
              <a:gd name="connsiteY1" fmla="*/ 1850357 h 1985741"/>
              <a:gd name="connsiteX2" fmla="*/ 87413 w 2422572"/>
              <a:gd name="connsiteY2" fmla="*/ 1985741 h 1985741"/>
              <a:gd name="connsiteX3" fmla="*/ 60488 w 2422572"/>
              <a:gd name="connsiteY3" fmla="*/ 1985741 h 1985741"/>
              <a:gd name="connsiteX4" fmla="*/ 41288 w 2422572"/>
              <a:gd name="connsiteY4" fmla="*/ 1919977 h 1985741"/>
              <a:gd name="connsiteX5" fmla="*/ 92 w 2422572"/>
              <a:gd name="connsiteY5" fmla="*/ 1609037 h 1985741"/>
              <a:gd name="connsiteX6" fmla="*/ 598760 w 2422572"/>
              <a:gd name="connsiteY6" fmla="*/ 1609037 h 1985741"/>
              <a:gd name="connsiteX7" fmla="*/ 414987 w 2422572"/>
              <a:gd name="connsiteY7" fmla="*/ 1744420 h 1985741"/>
              <a:gd name="connsiteX8" fmla="*/ 10932 w 2422572"/>
              <a:gd name="connsiteY8" fmla="*/ 1744420 h 1985741"/>
              <a:gd name="connsiteX9" fmla="*/ 0 w 2422572"/>
              <a:gd name="connsiteY9" fmla="*/ 1621911 h 1985741"/>
              <a:gd name="connsiteX10" fmla="*/ 11311 w 2422572"/>
              <a:gd name="connsiteY10" fmla="*/ 1372963 h 1985741"/>
              <a:gd name="connsiteX11" fmla="*/ 919213 w 2422572"/>
              <a:gd name="connsiteY11" fmla="*/ 1372963 h 1985741"/>
              <a:gd name="connsiteX12" fmla="*/ 735440 w 2422572"/>
              <a:gd name="connsiteY12" fmla="*/ 1508346 h 1985741"/>
              <a:gd name="connsiteX13" fmla="*/ 812 w 2422572"/>
              <a:gd name="connsiteY13" fmla="*/ 1508346 h 1985741"/>
              <a:gd name="connsiteX14" fmla="*/ 1071 w 2422572"/>
              <a:gd name="connsiteY14" fmla="*/ 1472253 h 1985741"/>
              <a:gd name="connsiteX15" fmla="*/ 58720 w 2422572"/>
              <a:gd name="connsiteY15" fmla="*/ 1134493 h 1985741"/>
              <a:gd name="connsiteX16" fmla="*/ 1242919 w 2422572"/>
              <a:gd name="connsiteY16" fmla="*/ 1134492 h 1985741"/>
              <a:gd name="connsiteX17" fmla="*/ 1059145 w 2422572"/>
              <a:gd name="connsiteY17" fmla="*/ 1269876 h 1985741"/>
              <a:gd name="connsiteX18" fmla="*/ 27193 w 2422572"/>
              <a:gd name="connsiteY18" fmla="*/ 1269876 h 1985741"/>
              <a:gd name="connsiteX19" fmla="*/ 45812 w 2422572"/>
              <a:gd name="connsiteY19" fmla="*/ 1177156 h 1985741"/>
              <a:gd name="connsiteX20" fmla="*/ 145820 w 2422572"/>
              <a:gd name="connsiteY20" fmla="*/ 896021 h 1985741"/>
              <a:gd name="connsiteX21" fmla="*/ 1566625 w 2422572"/>
              <a:gd name="connsiteY21" fmla="*/ 896022 h 1985741"/>
              <a:gd name="connsiteX22" fmla="*/ 1382852 w 2422572"/>
              <a:gd name="connsiteY22" fmla="*/ 1031405 h 1985741"/>
              <a:gd name="connsiteX23" fmla="*/ 90179 w 2422572"/>
              <a:gd name="connsiteY23" fmla="*/ 1031405 h 1985741"/>
              <a:gd name="connsiteX24" fmla="*/ 285771 w 2422572"/>
              <a:gd name="connsiteY24" fmla="*/ 657549 h 1985741"/>
              <a:gd name="connsiteX25" fmla="*/ 1890334 w 2422572"/>
              <a:gd name="connsiteY25" fmla="*/ 657549 h 1985741"/>
              <a:gd name="connsiteX26" fmla="*/ 1706560 w 2422572"/>
              <a:gd name="connsiteY26" fmla="*/ 792933 h 1985741"/>
              <a:gd name="connsiteX27" fmla="*/ 200280 w 2422572"/>
              <a:gd name="connsiteY27" fmla="*/ 792933 h 1985741"/>
              <a:gd name="connsiteX28" fmla="*/ 216936 w 2422572"/>
              <a:gd name="connsiteY28" fmla="*/ 761475 h 1985741"/>
              <a:gd name="connsiteX29" fmla="*/ 1049862 w 2422572"/>
              <a:gd name="connsiteY29" fmla="*/ 84310 h 1985741"/>
              <a:gd name="connsiteX30" fmla="*/ 1192776 w 2422572"/>
              <a:gd name="connsiteY30" fmla="*/ 42585 h 1985741"/>
              <a:gd name="connsiteX31" fmla="*/ 1935597 w 2422572"/>
              <a:gd name="connsiteY31" fmla="*/ 47111 h 1985741"/>
              <a:gd name="connsiteX32" fmla="*/ 2058556 w 2422572"/>
              <a:gd name="connsiteY32" fmla="*/ 84311 h 1985741"/>
              <a:gd name="connsiteX33" fmla="*/ 489444 w 2422572"/>
              <a:gd name="connsiteY33" fmla="*/ 423898 h 1985741"/>
              <a:gd name="connsiteX34" fmla="*/ 2207498 w 2422572"/>
              <a:gd name="connsiteY34" fmla="*/ 423898 h 1985741"/>
              <a:gd name="connsiteX35" fmla="*/ 2023725 w 2422572"/>
              <a:gd name="connsiteY35" fmla="*/ 559281 h 1985741"/>
              <a:gd name="connsiteX36" fmla="*/ 362385 w 2422572"/>
              <a:gd name="connsiteY36" fmla="*/ 559282 h 1985741"/>
              <a:gd name="connsiteX37" fmla="*/ 398424 w 2422572"/>
              <a:gd name="connsiteY37" fmla="*/ 515095 h 1985741"/>
              <a:gd name="connsiteX38" fmla="*/ 632287 w 2422572"/>
              <a:gd name="connsiteY38" fmla="*/ 303523 h 1985741"/>
              <a:gd name="connsiteX39" fmla="*/ 765218 w 2422572"/>
              <a:gd name="connsiteY39" fmla="*/ 215579 h 1985741"/>
              <a:gd name="connsiteX40" fmla="*/ 813467 w 2422572"/>
              <a:gd name="connsiteY40" fmla="*/ 190246 h 1985741"/>
              <a:gd name="connsiteX41" fmla="*/ 2298419 w 2422572"/>
              <a:gd name="connsiteY41" fmla="*/ 190246 h 1985741"/>
              <a:gd name="connsiteX42" fmla="*/ 2351278 w 2422572"/>
              <a:gd name="connsiteY42" fmla="*/ 218234 h 1985741"/>
              <a:gd name="connsiteX43" fmla="*/ 2422572 w 2422572"/>
              <a:gd name="connsiteY43" fmla="*/ 265455 h 1985741"/>
              <a:gd name="connsiteX44" fmla="*/ 2340890 w 2422572"/>
              <a:gd name="connsiteY44" fmla="*/ 325630 h 1985741"/>
              <a:gd name="connsiteX45" fmla="*/ 605249 w 2422572"/>
              <a:gd name="connsiteY45" fmla="*/ 325630 h 198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422572" h="1985741">
                <a:moveTo>
                  <a:pt x="28187" y="1850357"/>
                </a:moveTo>
                <a:lnTo>
                  <a:pt x="271186" y="1850357"/>
                </a:lnTo>
                <a:lnTo>
                  <a:pt x="87413" y="1985741"/>
                </a:lnTo>
                <a:lnTo>
                  <a:pt x="60488" y="1985741"/>
                </a:lnTo>
                <a:lnTo>
                  <a:pt x="41288" y="1919977"/>
                </a:lnTo>
                <a:close/>
                <a:moveTo>
                  <a:pt x="92" y="1609037"/>
                </a:moveTo>
                <a:lnTo>
                  <a:pt x="598760" y="1609037"/>
                </a:lnTo>
                <a:lnTo>
                  <a:pt x="414987" y="1744420"/>
                </a:lnTo>
                <a:lnTo>
                  <a:pt x="10932" y="1744420"/>
                </a:lnTo>
                <a:lnTo>
                  <a:pt x="0" y="1621911"/>
                </a:lnTo>
                <a:close/>
                <a:moveTo>
                  <a:pt x="11311" y="1372963"/>
                </a:moveTo>
                <a:lnTo>
                  <a:pt x="919213" y="1372963"/>
                </a:lnTo>
                <a:lnTo>
                  <a:pt x="735440" y="1508346"/>
                </a:lnTo>
                <a:lnTo>
                  <a:pt x="812" y="1508346"/>
                </a:lnTo>
                <a:lnTo>
                  <a:pt x="1071" y="1472253"/>
                </a:lnTo>
                <a:close/>
                <a:moveTo>
                  <a:pt x="58720" y="1134493"/>
                </a:moveTo>
                <a:lnTo>
                  <a:pt x="1242919" y="1134492"/>
                </a:lnTo>
                <a:lnTo>
                  <a:pt x="1059145" y="1269876"/>
                </a:lnTo>
                <a:lnTo>
                  <a:pt x="27193" y="1269876"/>
                </a:lnTo>
                <a:lnTo>
                  <a:pt x="45812" y="1177156"/>
                </a:lnTo>
                <a:close/>
                <a:moveTo>
                  <a:pt x="145820" y="896021"/>
                </a:moveTo>
                <a:lnTo>
                  <a:pt x="1566625" y="896022"/>
                </a:lnTo>
                <a:lnTo>
                  <a:pt x="1382852" y="1031405"/>
                </a:lnTo>
                <a:lnTo>
                  <a:pt x="90179" y="1031405"/>
                </a:lnTo>
                <a:close/>
                <a:moveTo>
                  <a:pt x="285771" y="657549"/>
                </a:moveTo>
                <a:lnTo>
                  <a:pt x="1890334" y="657549"/>
                </a:lnTo>
                <a:lnTo>
                  <a:pt x="1706560" y="792933"/>
                </a:lnTo>
                <a:lnTo>
                  <a:pt x="200280" y="792933"/>
                </a:lnTo>
                <a:lnTo>
                  <a:pt x="216936" y="761475"/>
                </a:lnTo>
                <a:close/>
                <a:moveTo>
                  <a:pt x="1049862" y="84310"/>
                </a:moveTo>
                <a:lnTo>
                  <a:pt x="1192776" y="42585"/>
                </a:lnTo>
                <a:cubicBezTo>
                  <a:pt x="1438645" y="-16225"/>
                  <a:pt x="1693851" y="-13565"/>
                  <a:pt x="1935597" y="47111"/>
                </a:cubicBezTo>
                <a:lnTo>
                  <a:pt x="2058556" y="84311"/>
                </a:lnTo>
                <a:close/>
                <a:moveTo>
                  <a:pt x="489444" y="423898"/>
                </a:moveTo>
                <a:lnTo>
                  <a:pt x="2207498" y="423898"/>
                </a:lnTo>
                <a:lnTo>
                  <a:pt x="2023725" y="559281"/>
                </a:lnTo>
                <a:lnTo>
                  <a:pt x="362385" y="559282"/>
                </a:lnTo>
                <a:lnTo>
                  <a:pt x="398424" y="515095"/>
                </a:lnTo>
                <a:close/>
                <a:moveTo>
                  <a:pt x="632287" y="303523"/>
                </a:moveTo>
                <a:cubicBezTo>
                  <a:pt x="675555" y="271649"/>
                  <a:pt x="719926" y="242343"/>
                  <a:pt x="765218" y="215579"/>
                </a:cubicBezTo>
                <a:lnTo>
                  <a:pt x="813467" y="190246"/>
                </a:lnTo>
                <a:lnTo>
                  <a:pt x="2298419" y="190246"/>
                </a:lnTo>
                <a:lnTo>
                  <a:pt x="2351278" y="218234"/>
                </a:lnTo>
                <a:lnTo>
                  <a:pt x="2422572" y="265455"/>
                </a:lnTo>
                <a:lnTo>
                  <a:pt x="2340890" y="325630"/>
                </a:lnTo>
                <a:lnTo>
                  <a:pt x="605249" y="3256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 descr="8af7956b-c953-4595-93f1-93a3023dbe1b"/>
          <p:cNvSpPr>
            <a:spLocks noGrp="1"/>
          </p:cNvSpPr>
          <p:nvPr>
            <p:ph type="title" hasCustomPrompt="1"/>
          </p:nvPr>
        </p:nvSpPr>
        <p:spPr>
          <a:xfrm>
            <a:off x="1199950" y="1362244"/>
            <a:ext cx="9792102" cy="2341589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 descr="3e061aa8-8a2f-4995-a093-afdece027c95"/>
          <p:cNvSpPr>
            <a:spLocks noGrp="1"/>
          </p:cNvSpPr>
          <p:nvPr>
            <p:ph type="body" idx="1" hasCustomPrompt="1"/>
          </p:nvPr>
        </p:nvSpPr>
        <p:spPr>
          <a:xfrm>
            <a:off x="1199950" y="3865613"/>
            <a:ext cx="9792102" cy="121047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 descr="ebaa0667-f58d-4c64-b788-d67d9388f55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3395ccd0-94b4-482c-8e61-60223672a2c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d91e5789-f564-4a7a-8649-88f9a1d2f9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sp>
        <p:nvSpPr>
          <p:cNvPr id="18" name="任意多边形: 形状 17" descr="1f0cad4c-e9a8-451d-a9f3-0ba7fa3e2349"/>
          <p:cNvSpPr/>
          <p:nvPr/>
        </p:nvSpPr>
        <p:spPr>
          <a:xfrm>
            <a:off x="1" y="2"/>
            <a:ext cx="1432559" cy="1789521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 descr="7b59273a-00f1-49c0-8d8b-5763b05326ff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457fe7e-c8ec-455f-b1c4-b6027bdb496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a9d507c7-6ba8-4c98-b7b6-c0cb435645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bfdeb939-bcde-4c04-8061-7898cd5c95d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232b4d39-6574-40f8-87a6-024a0ecded0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9df91670-5312-447b-9de0-3e851847301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587d7b20-38bf-4fa9-9064-928d64797f0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d4a20467-9966-42dd-8855-18ed9f9613a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c2fa812-e242-4cd4-9ea9-2bec8fbb4102"/>
          <p:cNvSpPr>
            <a:spLocks noGrp="1"/>
          </p:cNvSpPr>
          <p:nvPr>
            <p:ph type="title" hasCustomPrompt="1"/>
          </p:nvPr>
        </p:nvSpPr>
        <p:spPr>
          <a:xfrm>
            <a:off x="660400" y="2402247"/>
            <a:ext cx="10858500" cy="13716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ade440b2-37a3-48a4-a85e-7c5b01e4aa22"/>
          <p:cNvSpPr>
            <a:spLocks noGrp="1"/>
          </p:cNvSpPr>
          <p:nvPr>
            <p:ph type="body" sz="quarter" idx="13" hasCustomPrompt="1"/>
          </p:nvPr>
        </p:nvSpPr>
        <p:spPr>
          <a:xfrm>
            <a:off x="3944511" y="4231298"/>
            <a:ext cx="1919043" cy="4931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endParaRPr lang="en-US" dirty="0"/>
          </a:p>
        </p:txBody>
      </p:sp>
      <p:sp>
        <p:nvSpPr>
          <p:cNvPr id="5" name="文本占位符 4" descr="7f2d85a2-5c49-44b8-aabf-443138952a28"/>
          <p:cNvSpPr>
            <a:spLocks noGrp="1"/>
          </p:cNvSpPr>
          <p:nvPr>
            <p:ph type="body" sz="quarter" idx="14" hasCustomPrompt="1"/>
          </p:nvPr>
        </p:nvSpPr>
        <p:spPr>
          <a:xfrm>
            <a:off x="6362515" y="4231298"/>
            <a:ext cx="1919043" cy="4931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  <p:sp>
        <p:nvSpPr>
          <p:cNvPr id="7" name="任意多边形: 形状 6" descr="6172785a-a739-43f1-b5f0-a47f6e2a0b97"/>
          <p:cNvSpPr/>
          <p:nvPr/>
        </p:nvSpPr>
        <p:spPr bwMode="auto">
          <a:xfrm>
            <a:off x="9101546" y="0"/>
            <a:ext cx="2214562" cy="1409390"/>
          </a:xfrm>
          <a:custGeom>
            <a:avLst/>
            <a:gdLst>
              <a:gd name="T0" fmla="*/ 166 w 2068"/>
              <a:gd name="T1" fmla="*/ 0 h 1315"/>
              <a:gd name="T2" fmla="*/ 439 w 2068"/>
              <a:gd name="T3" fmla="*/ 437 h 1315"/>
              <a:gd name="T4" fmla="*/ 1259 w 2068"/>
              <a:gd name="T5" fmla="*/ 1019 h 1315"/>
              <a:gd name="T6" fmla="*/ 1912 w 2068"/>
              <a:gd name="T7" fmla="*/ 694 h 1315"/>
              <a:gd name="T8" fmla="*/ 2068 w 2068"/>
              <a:gd name="T9" fmla="*/ 0 h 1315"/>
              <a:gd name="T10" fmla="*/ 166 w 2068"/>
              <a:gd name="T11" fmla="*/ 0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8" h="1315">
                <a:moveTo>
                  <a:pt x="166" y="0"/>
                </a:moveTo>
                <a:cubicBezTo>
                  <a:pt x="166" y="0"/>
                  <a:pt x="0" y="285"/>
                  <a:pt x="439" y="437"/>
                </a:cubicBezTo>
                <a:cubicBezTo>
                  <a:pt x="877" y="588"/>
                  <a:pt x="961" y="724"/>
                  <a:pt x="1259" y="1019"/>
                </a:cubicBezTo>
                <a:cubicBezTo>
                  <a:pt x="1557" y="1315"/>
                  <a:pt x="2027" y="968"/>
                  <a:pt x="1912" y="694"/>
                </a:cubicBezTo>
                <a:cubicBezTo>
                  <a:pt x="1797" y="420"/>
                  <a:pt x="2068" y="0"/>
                  <a:pt x="2068" y="0"/>
                </a:cubicBezTo>
                <a:lnTo>
                  <a:pt x="1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0" name="任意多边形: 形状 9" descr="5ecd8de1-1d62-4375-a162-f1bc5c47682b"/>
          <p:cNvSpPr/>
          <p:nvPr/>
        </p:nvSpPr>
        <p:spPr bwMode="auto">
          <a:xfrm>
            <a:off x="10308656" y="0"/>
            <a:ext cx="1883343" cy="1475297"/>
          </a:xfrm>
          <a:custGeom>
            <a:avLst/>
            <a:gdLst>
              <a:gd name="T0" fmla="*/ 566 w 2162"/>
              <a:gd name="T1" fmla="*/ 0 h 1693"/>
              <a:gd name="T2" fmla="*/ 445 w 2162"/>
              <a:gd name="T3" fmla="*/ 1063 h 1693"/>
              <a:gd name="T4" fmla="*/ 1572 w 2162"/>
              <a:gd name="T5" fmla="*/ 1375 h 1693"/>
              <a:gd name="T6" fmla="*/ 2162 w 2162"/>
              <a:gd name="T7" fmla="*/ 1675 h 1693"/>
              <a:gd name="T8" fmla="*/ 2162 w 2162"/>
              <a:gd name="T9" fmla="*/ 0 h 1693"/>
              <a:gd name="T10" fmla="*/ 566 w 2162"/>
              <a:gd name="T11" fmla="*/ 0 h 1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2" h="1693">
                <a:moveTo>
                  <a:pt x="566" y="0"/>
                </a:moveTo>
                <a:cubicBezTo>
                  <a:pt x="566" y="0"/>
                  <a:pt x="0" y="542"/>
                  <a:pt x="445" y="1063"/>
                </a:cubicBezTo>
                <a:cubicBezTo>
                  <a:pt x="810" y="1490"/>
                  <a:pt x="1284" y="1098"/>
                  <a:pt x="1572" y="1375"/>
                </a:cubicBezTo>
                <a:cubicBezTo>
                  <a:pt x="1904" y="1693"/>
                  <a:pt x="2162" y="1675"/>
                  <a:pt x="2162" y="1675"/>
                </a:cubicBezTo>
                <a:cubicBezTo>
                  <a:pt x="2162" y="0"/>
                  <a:pt x="2162" y="0"/>
                  <a:pt x="2162" y="0"/>
                </a:cubicBezTo>
                <a:lnTo>
                  <a:pt x="5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6" name="任意多边形: 形状 5" descr="8494cb60-ce3b-46c5-916c-c58df44bcc7e"/>
          <p:cNvSpPr/>
          <p:nvPr/>
        </p:nvSpPr>
        <p:spPr>
          <a:xfrm rot="21419731">
            <a:off x="-53310" y="4769131"/>
            <a:ext cx="1067679" cy="2118306"/>
          </a:xfrm>
          <a:custGeom>
            <a:avLst/>
            <a:gdLst>
              <a:gd name="connsiteX0" fmla="*/ 108241 w 1067679"/>
              <a:gd name="connsiteY0" fmla="*/ 0 h 2118306"/>
              <a:gd name="connsiteX1" fmla="*/ 148080 w 1067679"/>
              <a:gd name="connsiteY1" fmla="*/ 24204 h 2118306"/>
              <a:gd name="connsiteX2" fmla="*/ 456769 w 1067679"/>
              <a:gd name="connsiteY2" fmla="*/ 278897 h 2118306"/>
              <a:gd name="connsiteX3" fmla="*/ 1067679 w 1067679"/>
              <a:gd name="connsiteY3" fmla="*/ 1753763 h 2118306"/>
              <a:gd name="connsiteX4" fmla="*/ 1067679 w 1067679"/>
              <a:gd name="connsiteY4" fmla="*/ 2118306 h 2118306"/>
              <a:gd name="connsiteX5" fmla="*/ 0 w 1067679"/>
              <a:gd name="connsiteY5" fmla="*/ 2062268 h 211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7679" h="2118306">
                <a:moveTo>
                  <a:pt x="108241" y="0"/>
                </a:moveTo>
                <a:lnTo>
                  <a:pt x="148080" y="24204"/>
                </a:lnTo>
                <a:cubicBezTo>
                  <a:pt x="259044" y="99170"/>
                  <a:pt x="362407" y="184533"/>
                  <a:pt x="456769" y="278897"/>
                </a:cubicBezTo>
                <a:cubicBezTo>
                  <a:pt x="834221" y="656347"/>
                  <a:pt x="1067679" y="1177792"/>
                  <a:pt x="1067679" y="1753763"/>
                </a:cubicBezTo>
                <a:lnTo>
                  <a:pt x="1067679" y="2118306"/>
                </a:lnTo>
                <a:lnTo>
                  <a:pt x="0" y="2062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任意多边形: 形状 13" descr="7c8a6d3a-0832-40f9-a462-8d03e24cd9b9"/>
          <p:cNvSpPr/>
          <p:nvPr/>
        </p:nvSpPr>
        <p:spPr>
          <a:xfrm rot="17692774">
            <a:off x="10500383" y="461797"/>
            <a:ext cx="1160603" cy="1163782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 descr="071af400-6fb8-4e2a-816e-385cb4fd6d11"/>
          <p:cNvGrpSpPr/>
          <p:nvPr/>
        </p:nvGrpSpPr>
        <p:grpSpPr>
          <a:xfrm>
            <a:off x="331515" y="5269090"/>
            <a:ext cx="4011888" cy="1588912"/>
            <a:chOff x="331515" y="5269090"/>
            <a:chExt cx="4011888" cy="1588912"/>
          </a:xfrm>
        </p:grpSpPr>
        <p:sp>
          <p:nvSpPr>
            <p:cNvPr id="16" name="任意多边形: 形状 15" descr="8214cb6f-22b4-4536-9930-c5523ca2fe3f"/>
            <p:cNvSpPr/>
            <p:nvPr/>
          </p:nvSpPr>
          <p:spPr>
            <a:xfrm rot="16200000" flipH="1">
              <a:off x="1708783" y="4223383"/>
              <a:ext cx="1257351" cy="4011888"/>
            </a:xfrm>
            <a:custGeom>
              <a:avLst/>
              <a:gdLst>
                <a:gd name="connsiteX0" fmla="*/ 824558 w 824557"/>
                <a:gd name="connsiteY0" fmla="*/ 45975 h 2519381"/>
                <a:gd name="connsiteX1" fmla="*/ 480913 w 824557"/>
                <a:gd name="connsiteY1" fmla="*/ 7106 h 2519381"/>
                <a:gd name="connsiteX2" fmla="*/ 324265 w 824557"/>
                <a:gd name="connsiteY2" fmla="*/ 1063707 h 2519381"/>
                <a:gd name="connsiteX3" fmla="*/ 660296 w 824557"/>
                <a:gd name="connsiteY3" fmla="*/ 2435307 h 2519381"/>
                <a:gd name="connsiteX4" fmla="*/ 824558 w 824557"/>
                <a:gd name="connsiteY4" fmla="*/ 2519382 h 2519381"/>
                <a:gd name="connsiteX5" fmla="*/ 824558 w 824557"/>
                <a:gd name="connsiteY5" fmla="*/ 45975 h 251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4557" h="2519381">
                  <a:moveTo>
                    <a:pt x="824558" y="45975"/>
                  </a:moveTo>
                  <a:cubicBezTo>
                    <a:pt x="721155" y="5456"/>
                    <a:pt x="606997" y="-10518"/>
                    <a:pt x="480913" y="7106"/>
                  </a:cubicBezTo>
                  <a:cubicBezTo>
                    <a:pt x="115383" y="58169"/>
                    <a:pt x="-307065" y="681512"/>
                    <a:pt x="324265" y="1063707"/>
                  </a:cubicBezTo>
                  <a:cubicBezTo>
                    <a:pt x="1170759" y="1576087"/>
                    <a:pt x="126245" y="1987620"/>
                    <a:pt x="660296" y="2435307"/>
                  </a:cubicBezTo>
                  <a:cubicBezTo>
                    <a:pt x="707418" y="2474815"/>
                    <a:pt x="763326" y="2502609"/>
                    <a:pt x="824558" y="2519382"/>
                  </a:cubicBezTo>
                  <a:lnTo>
                    <a:pt x="824558" y="45975"/>
                  </a:lnTo>
                  <a:close/>
                </a:path>
              </a:pathLst>
            </a:custGeom>
            <a:solidFill>
              <a:schemeClr val="accent2"/>
            </a:solidFill>
            <a:ln w="531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Heavy" panose="02020900000000000000" pitchFamily="18" charset="-122"/>
              </a:endParaRPr>
            </a:p>
          </p:txBody>
        </p:sp>
        <p:sp>
          <p:nvSpPr>
            <p:cNvPr id="17" name="任意多边形: 形状 16" descr="7f6173bd-dd83-473f-bfd0-972da684f407"/>
            <p:cNvSpPr/>
            <p:nvPr/>
          </p:nvSpPr>
          <p:spPr>
            <a:xfrm rot="17692774">
              <a:off x="798454" y="5317406"/>
              <a:ext cx="820664" cy="822912"/>
            </a:xfrm>
            <a:custGeom>
              <a:avLst/>
              <a:gdLst>
                <a:gd name="connsiteX0" fmla="*/ 1114884 w 1160603"/>
                <a:gd name="connsiteY0" fmla="*/ 352481 h 1163782"/>
                <a:gd name="connsiteX1" fmla="*/ 1116464 w 1160603"/>
                <a:gd name="connsiteY1" fmla="*/ 355393 h 1163782"/>
                <a:gd name="connsiteX2" fmla="*/ 1150370 w 1160603"/>
                <a:gd name="connsiteY2" fmla="*/ 464620 h 1163782"/>
                <a:gd name="connsiteX3" fmla="*/ 1160603 w 1160603"/>
                <a:gd name="connsiteY3" fmla="*/ 566129 h 1163782"/>
                <a:gd name="connsiteX4" fmla="*/ 1160603 w 1160603"/>
                <a:gd name="connsiteY4" fmla="*/ 597654 h 1163782"/>
                <a:gd name="connsiteX5" fmla="*/ 1150370 w 1160603"/>
                <a:gd name="connsiteY5" fmla="*/ 699163 h 1163782"/>
                <a:gd name="connsiteX6" fmla="*/ 1116464 w 1160603"/>
                <a:gd name="connsiteY6" fmla="*/ 808389 h 1163782"/>
                <a:gd name="connsiteX7" fmla="*/ 1114884 w 1160603"/>
                <a:gd name="connsiteY7" fmla="*/ 811301 h 1163782"/>
                <a:gd name="connsiteX8" fmla="*/ 45719 w 1160603"/>
                <a:gd name="connsiteY8" fmla="*/ 352480 h 1163782"/>
                <a:gd name="connsiteX9" fmla="*/ 45719 w 1160603"/>
                <a:gd name="connsiteY9" fmla="*/ 811303 h 1163782"/>
                <a:gd name="connsiteX10" fmla="*/ 44138 w 1160603"/>
                <a:gd name="connsiteY10" fmla="*/ 808389 h 1163782"/>
                <a:gd name="connsiteX11" fmla="*/ 10232 w 1160603"/>
                <a:gd name="connsiteY11" fmla="*/ 699163 h 1163782"/>
                <a:gd name="connsiteX12" fmla="*/ 0 w 1160603"/>
                <a:gd name="connsiteY12" fmla="*/ 597664 h 1163782"/>
                <a:gd name="connsiteX13" fmla="*/ 0 w 1160603"/>
                <a:gd name="connsiteY13" fmla="*/ 566119 h 1163782"/>
                <a:gd name="connsiteX14" fmla="*/ 10232 w 1160603"/>
                <a:gd name="connsiteY14" fmla="*/ 464620 h 1163782"/>
                <a:gd name="connsiteX15" fmla="*/ 44138 w 1160603"/>
                <a:gd name="connsiteY15" fmla="*/ 355393 h 1163782"/>
                <a:gd name="connsiteX16" fmla="*/ 1021977 w 1160603"/>
                <a:gd name="connsiteY16" fmla="*/ 207055 h 1163782"/>
                <a:gd name="connsiteX17" fmla="*/ 1062815 w 1160603"/>
                <a:gd name="connsiteY17" fmla="*/ 256550 h 1163782"/>
                <a:gd name="connsiteX18" fmla="*/ 1067696 w 1160603"/>
                <a:gd name="connsiteY18" fmla="*/ 265544 h 1163782"/>
                <a:gd name="connsiteX19" fmla="*/ 1067696 w 1160603"/>
                <a:gd name="connsiteY19" fmla="*/ 898238 h 1163782"/>
                <a:gd name="connsiteX20" fmla="*/ 1062815 w 1160603"/>
                <a:gd name="connsiteY20" fmla="*/ 907232 h 1163782"/>
                <a:gd name="connsiteX21" fmla="*/ 1021977 w 1160603"/>
                <a:gd name="connsiteY21" fmla="*/ 956727 h 1163782"/>
                <a:gd name="connsiteX22" fmla="*/ 138626 w 1160603"/>
                <a:gd name="connsiteY22" fmla="*/ 207054 h 1163782"/>
                <a:gd name="connsiteX23" fmla="*/ 138626 w 1160603"/>
                <a:gd name="connsiteY23" fmla="*/ 956728 h 1163782"/>
                <a:gd name="connsiteX24" fmla="*/ 97788 w 1160603"/>
                <a:gd name="connsiteY24" fmla="*/ 907232 h 1163782"/>
                <a:gd name="connsiteX25" fmla="*/ 92907 w 1160603"/>
                <a:gd name="connsiteY25" fmla="*/ 898240 h 1163782"/>
                <a:gd name="connsiteX26" fmla="*/ 92907 w 1160603"/>
                <a:gd name="connsiteY26" fmla="*/ 265542 h 1163782"/>
                <a:gd name="connsiteX27" fmla="*/ 97788 w 1160603"/>
                <a:gd name="connsiteY27" fmla="*/ 256550 h 1163782"/>
                <a:gd name="connsiteX28" fmla="*/ 929070 w 1160603"/>
                <a:gd name="connsiteY28" fmla="*/ 118708 h 1163782"/>
                <a:gd name="connsiteX29" fmla="*/ 974789 w 1160603"/>
                <a:gd name="connsiteY29" fmla="*/ 156429 h 1163782"/>
                <a:gd name="connsiteX30" fmla="*/ 974789 w 1160603"/>
                <a:gd name="connsiteY30" fmla="*/ 1007353 h 1163782"/>
                <a:gd name="connsiteX31" fmla="*/ 929070 w 1160603"/>
                <a:gd name="connsiteY31" fmla="*/ 1045074 h 1163782"/>
                <a:gd name="connsiteX32" fmla="*/ 231533 w 1160603"/>
                <a:gd name="connsiteY32" fmla="*/ 118707 h 1163782"/>
                <a:gd name="connsiteX33" fmla="*/ 231533 w 1160603"/>
                <a:gd name="connsiteY33" fmla="*/ 1045075 h 1163782"/>
                <a:gd name="connsiteX34" fmla="*/ 185814 w 1160603"/>
                <a:gd name="connsiteY34" fmla="*/ 1007354 h 1163782"/>
                <a:gd name="connsiteX35" fmla="*/ 185814 w 1160603"/>
                <a:gd name="connsiteY35" fmla="*/ 156428 h 1163782"/>
                <a:gd name="connsiteX36" fmla="*/ 836163 w 1160603"/>
                <a:gd name="connsiteY36" fmla="*/ 61666 h 1163782"/>
                <a:gd name="connsiteX37" fmla="*/ 881882 w 1160603"/>
                <a:gd name="connsiteY37" fmla="*/ 86481 h 1163782"/>
                <a:gd name="connsiteX38" fmla="*/ 881882 w 1160603"/>
                <a:gd name="connsiteY38" fmla="*/ 1077301 h 1163782"/>
                <a:gd name="connsiteX39" fmla="*/ 836163 w 1160603"/>
                <a:gd name="connsiteY39" fmla="*/ 1102116 h 1163782"/>
                <a:gd name="connsiteX40" fmla="*/ 324440 w 1160603"/>
                <a:gd name="connsiteY40" fmla="*/ 61665 h 1163782"/>
                <a:gd name="connsiteX41" fmla="*/ 324440 w 1160603"/>
                <a:gd name="connsiteY41" fmla="*/ 1102117 h 1163782"/>
                <a:gd name="connsiteX42" fmla="*/ 278721 w 1160603"/>
                <a:gd name="connsiteY42" fmla="*/ 1077301 h 1163782"/>
                <a:gd name="connsiteX43" fmla="*/ 278721 w 1160603"/>
                <a:gd name="connsiteY43" fmla="*/ 86481 h 1163782"/>
                <a:gd name="connsiteX44" fmla="*/ 743256 w 1160603"/>
                <a:gd name="connsiteY44" fmla="*/ 26003 h 1163782"/>
                <a:gd name="connsiteX45" fmla="*/ 788975 w 1160603"/>
                <a:gd name="connsiteY45" fmla="*/ 40195 h 1163782"/>
                <a:gd name="connsiteX46" fmla="*/ 788975 w 1160603"/>
                <a:gd name="connsiteY46" fmla="*/ 1123587 h 1163782"/>
                <a:gd name="connsiteX47" fmla="*/ 743256 w 1160603"/>
                <a:gd name="connsiteY47" fmla="*/ 1137779 h 1163782"/>
                <a:gd name="connsiteX48" fmla="*/ 417347 w 1160603"/>
                <a:gd name="connsiteY48" fmla="*/ 26003 h 1163782"/>
                <a:gd name="connsiteX49" fmla="*/ 417347 w 1160603"/>
                <a:gd name="connsiteY49" fmla="*/ 1137779 h 1163782"/>
                <a:gd name="connsiteX50" fmla="*/ 371628 w 1160603"/>
                <a:gd name="connsiteY50" fmla="*/ 1123588 h 1163782"/>
                <a:gd name="connsiteX51" fmla="*/ 371628 w 1160603"/>
                <a:gd name="connsiteY51" fmla="*/ 40195 h 1163782"/>
                <a:gd name="connsiteX52" fmla="*/ 650349 w 1160603"/>
                <a:gd name="connsiteY52" fmla="*/ 7062 h 1163782"/>
                <a:gd name="connsiteX53" fmla="*/ 696068 w 1160603"/>
                <a:gd name="connsiteY53" fmla="*/ 11670 h 1163782"/>
                <a:gd name="connsiteX54" fmla="*/ 696068 w 1160603"/>
                <a:gd name="connsiteY54" fmla="*/ 1152112 h 1163782"/>
                <a:gd name="connsiteX55" fmla="*/ 650349 w 1160603"/>
                <a:gd name="connsiteY55" fmla="*/ 1156721 h 1163782"/>
                <a:gd name="connsiteX56" fmla="*/ 510254 w 1160603"/>
                <a:gd name="connsiteY56" fmla="*/ 7061 h 1163782"/>
                <a:gd name="connsiteX57" fmla="*/ 510254 w 1160603"/>
                <a:gd name="connsiteY57" fmla="*/ 1156721 h 1163782"/>
                <a:gd name="connsiteX58" fmla="*/ 464535 w 1160603"/>
                <a:gd name="connsiteY58" fmla="*/ 1152112 h 1163782"/>
                <a:gd name="connsiteX59" fmla="*/ 464535 w 1160603"/>
                <a:gd name="connsiteY59" fmla="*/ 11670 h 1163782"/>
                <a:gd name="connsiteX60" fmla="*/ 580301 w 1160603"/>
                <a:gd name="connsiteY60" fmla="*/ 0 h 1163782"/>
                <a:gd name="connsiteX61" fmla="*/ 603161 w 1160603"/>
                <a:gd name="connsiteY61" fmla="*/ 2305 h 1163782"/>
                <a:gd name="connsiteX62" fmla="*/ 603161 w 1160603"/>
                <a:gd name="connsiteY62" fmla="*/ 1161478 h 1163782"/>
                <a:gd name="connsiteX63" fmla="*/ 580301 w 1160603"/>
                <a:gd name="connsiteY63" fmla="*/ 1163782 h 1163782"/>
                <a:gd name="connsiteX64" fmla="*/ 557442 w 1160603"/>
                <a:gd name="connsiteY64" fmla="*/ 1161478 h 1163782"/>
                <a:gd name="connsiteX65" fmla="*/ 557442 w 1160603"/>
                <a:gd name="connsiteY65" fmla="*/ 2304 h 1163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160603" h="1163782">
                  <a:moveTo>
                    <a:pt x="1114884" y="352481"/>
                  </a:moveTo>
                  <a:lnTo>
                    <a:pt x="1116464" y="355393"/>
                  </a:lnTo>
                  <a:cubicBezTo>
                    <a:pt x="1131187" y="390201"/>
                    <a:pt x="1142619" y="426740"/>
                    <a:pt x="1150370" y="464620"/>
                  </a:cubicBezTo>
                  <a:lnTo>
                    <a:pt x="1160603" y="566129"/>
                  </a:lnTo>
                  <a:lnTo>
                    <a:pt x="1160603" y="597654"/>
                  </a:lnTo>
                  <a:lnTo>
                    <a:pt x="1150370" y="699163"/>
                  </a:lnTo>
                  <a:cubicBezTo>
                    <a:pt x="1142619" y="737042"/>
                    <a:pt x="1131187" y="773581"/>
                    <a:pt x="1116464" y="808389"/>
                  </a:cubicBezTo>
                  <a:lnTo>
                    <a:pt x="1114884" y="811301"/>
                  </a:lnTo>
                  <a:close/>
                  <a:moveTo>
                    <a:pt x="45719" y="352480"/>
                  </a:moveTo>
                  <a:lnTo>
                    <a:pt x="45719" y="811303"/>
                  </a:lnTo>
                  <a:lnTo>
                    <a:pt x="44138" y="808389"/>
                  </a:lnTo>
                  <a:cubicBezTo>
                    <a:pt x="29415" y="773581"/>
                    <a:pt x="17984" y="737042"/>
                    <a:pt x="10232" y="699163"/>
                  </a:cubicBezTo>
                  <a:lnTo>
                    <a:pt x="0" y="597664"/>
                  </a:lnTo>
                  <a:lnTo>
                    <a:pt x="0" y="566119"/>
                  </a:lnTo>
                  <a:lnTo>
                    <a:pt x="10232" y="464620"/>
                  </a:lnTo>
                  <a:cubicBezTo>
                    <a:pt x="17984" y="426740"/>
                    <a:pt x="29415" y="390201"/>
                    <a:pt x="44138" y="355393"/>
                  </a:cubicBezTo>
                  <a:close/>
                  <a:moveTo>
                    <a:pt x="1021977" y="207055"/>
                  </a:moveTo>
                  <a:lnTo>
                    <a:pt x="1062815" y="256550"/>
                  </a:lnTo>
                  <a:lnTo>
                    <a:pt x="1067696" y="265544"/>
                  </a:lnTo>
                  <a:lnTo>
                    <a:pt x="1067696" y="898238"/>
                  </a:lnTo>
                  <a:lnTo>
                    <a:pt x="1062815" y="907232"/>
                  </a:lnTo>
                  <a:lnTo>
                    <a:pt x="1021977" y="956727"/>
                  </a:lnTo>
                  <a:close/>
                  <a:moveTo>
                    <a:pt x="138626" y="207054"/>
                  </a:moveTo>
                  <a:lnTo>
                    <a:pt x="138626" y="956728"/>
                  </a:lnTo>
                  <a:lnTo>
                    <a:pt x="97788" y="907232"/>
                  </a:lnTo>
                  <a:lnTo>
                    <a:pt x="92907" y="898240"/>
                  </a:lnTo>
                  <a:lnTo>
                    <a:pt x="92907" y="265542"/>
                  </a:lnTo>
                  <a:lnTo>
                    <a:pt x="97788" y="256550"/>
                  </a:lnTo>
                  <a:close/>
                  <a:moveTo>
                    <a:pt x="929070" y="118708"/>
                  </a:moveTo>
                  <a:lnTo>
                    <a:pt x="974789" y="156429"/>
                  </a:lnTo>
                  <a:lnTo>
                    <a:pt x="974789" y="1007353"/>
                  </a:lnTo>
                  <a:lnTo>
                    <a:pt x="929070" y="1045074"/>
                  </a:lnTo>
                  <a:close/>
                  <a:moveTo>
                    <a:pt x="231533" y="118707"/>
                  </a:moveTo>
                  <a:lnTo>
                    <a:pt x="231533" y="1045075"/>
                  </a:lnTo>
                  <a:lnTo>
                    <a:pt x="185814" y="1007354"/>
                  </a:lnTo>
                  <a:lnTo>
                    <a:pt x="185814" y="156428"/>
                  </a:lnTo>
                  <a:close/>
                  <a:moveTo>
                    <a:pt x="836163" y="61666"/>
                  </a:moveTo>
                  <a:lnTo>
                    <a:pt x="881882" y="86481"/>
                  </a:lnTo>
                  <a:lnTo>
                    <a:pt x="881882" y="1077301"/>
                  </a:lnTo>
                  <a:lnTo>
                    <a:pt x="836163" y="1102116"/>
                  </a:lnTo>
                  <a:close/>
                  <a:moveTo>
                    <a:pt x="324440" y="61665"/>
                  </a:moveTo>
                  <a:lnTo>
                    <a:pt x="324440" y="1102117"/>
                  </a:lnTo>
                  <a:lnTo>
                    <a:pt x="278721" y="1077301"/>
                  </a:lnTo>
                  <a:lnTo>
                    <a:pt x="278721" y="86481"/>
                  </a:lnTo>
                  <a:close/>
                  <a:moveTo>
                    <a:pt x="743256" y="26003"/>
                  </a:moveTo>
                  <a:lnTo>
                    <a:pt x="788975" y="40195"/>
                  </a:lnTo>
                  <a:lnTo>
                    <a:pt x="788975" y="1123587"/>
                  </a:lnTo>
                  <a:lnTo>
                    <a:pt x="743256" y="1137779"/>
                  </a:lnTo>
                  <a:close/>
                  <a:moveTo>
                    <a:pt x="417347" y="26003"/>
                  </a:moveTo>
                  <a:lnTo>
                    <a:pt x="417347" y="1137779"/>
                  </a:lnTo>
                  <a:lnTo>
                    <a:pt x="371628" y="1123588"/>
                  </a:lnTo>
                  <a:lnTo>
                    <a:pt x="371628" y="40195"/>
                  </a:lnTo>
                  <a:close/>
                  <a:moveTo>
                    <a:pt x="650349" y="7062"/>
                  </a:moveTo>
                  <a:lnTo>
                    <a:pt x="696068" y="11670"/>
                  </a:lnTo>
                  <a:lnTo>
                    <a:pt x="696068" y="1152112"/>
                  </a:lnTo>
                  <a:lnTo>
                    <a:pt x="650349" y="1156721"/>
                  </a:lnTo>
                  <a:close/>
                  <a:moveTo>
                    <a:pt x="510254" y="7061"/>
                  </a:moveTo>
                  <a:lnTo>
                    <a:pt x="510254" y="1156721"/>
                  </a:lnTo>
                  <a:lnTo>
                    <a:pt x="464535" y="1152112"/>
                  </a:lnTo>
                  <a:lnTo>
                    <a:pt x="464535" y="11670"/>
                  </a:lnTo>
                  <a:close/>
                  <a:moveTo>
                    <a:pt x="580301" y="0"/>
                  </a:moveTo>
                  <a:lnTo>
                    <a:pt x="603161" y="2305"/>
                  </a:lnTo>
                  <a:lnTo>
                    <a:pt x="603161" y="1161478"/>
                  </a:lnTo>
                  <a:lnTo>
                    <a:pt x="580301" y="1163782"/>
                  </a:lnTo>
                  <a:lnTo>
                    <a:pt x="557442" y="1161478"/>
                  </a:lnTo>
                  <a:lnTo>
                    <a:pt x="557442" y="23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椭圆 17" descr="76f6cbb8-c6bb-439b-b52d-622e7cd71b97"/>
            <p:cNvSpPr/>
            <p:nvPr/>
          </p:nvSpPr>
          <p:spPr>
            <a:xfrm rot="7087058" flipH="1" flipV="1">
              <a:off x="891728" y="5269090"/>
              <a:ext cx="350849" cy="35084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9" name="任意多边形: 形状 18" descr="1e3c68c5-ba34-4f9c-ba5b-2a8df7958fa3"/>
          <p:cNvSpPr/>
          <p:nvPr/>
        </p:nvSpPr>
        <p:spPr>
          <a:xfrm rot="17692774" flipH="1">
            <a:off x="10959207" y="5288308"/>
            <a:ext cx="878701" cy="881107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 descr="0a646e81-6dac-4c91-838e-36068f48ead5"/>
          <p:cNvSpPr/>
          <p:nvPr/>
        </p:nvSpPr>
        <p:spPr>
          <a:xfrm rot="5400000" flipH="1" flipV="1">
            <a:off x="1674762" y="-798870"/>
            <a:ext cx="729312" cy="2327052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1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9" name="任意多边形: 形状 8" descr="6638a186-034d-4196-98dd-670055038fe0"/>
          <p:cNvSpPr/>
          <p:nvPr/>
        </p:nvSpPr>
        <p:spPr bwMode="auto">
          <a:xfrm>
            <a:off x="8545798" y="5704056"/>
            <a:ext cx="3646202" cy="1153945"/>
          </a:xfrm>
          <a:custGeom>
            <a:avLst/>
            <a:gdLst>
              <a:gd name="connsiteX0" fmla="*/ 1802537 w 3646202"/>
              <a:gd name="connsiteY0" fmla="*/ 1 h 1153945"/>
              <a:gd name="connsiteX1" fmla="*/ 2215240 w 3646202"/>
              <a:gd name="connsiteY1" fmla="*/ 295827 h 1153945"/>
              <a:gd name="connsiteX2" fmla="*/ 3174234 w 3646202"/>
              <a:gd name="connsiteY2" fmla="*/ 633409 h 1153945"/>
              <a:gd name="connsiteX3" fmla="*/ 3598155 w 3646202"/>
              <a:gd name="connsiteY3" fmla="*/ 1021612 h 1153945"/>
              <a:gd name="connsiteX4" fmla="*/ 3646202 w 3646202"/>
              <a:gd name="connsiteY4" fmla="*/ 1074853 h 1153945"/>
              <a:gd name="connsiteX5" fmla="*/ 3646202 w 3646202"/>
              <a:gd name="connsiteY5" fmla="*/ 1153945 h 1153945"/>
              <a:gd name="connsiteX6" fmla="*/ 0 w 3646202"/>
              <a:gd name="connsiteY6" fmla="*/ 1153945 h 1153945"/>
              <a:gd name="connsiteX7" fmla="*/ 590967 w 3646202"/>
              <a:gd name="connsiteY7" fmla="*/ 1009942 h 1153945"/>
              <a:gd name="connsiteX8" fmla="*/ 1419028 w 3646202"/>
              <a:gd name="connsiteY8" fmla="*/ 163628 h 1153945"/>
              <a:gd name="connsiteX9" fmla="*/ 1802537 w 3646202"/>
              <a:gd name="connsiteY9" fmla="*/ 1 h 115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46202" h="1153945">
                <a:moveTo>
                  <a:pt x="1802537" y="1"/>
                </a:moveTo>
                <a:cubicBezTo>
                  <a:pt x="1947182" y="-147"/>
                  <a:pt x="2096693" y="76281"/>
                  <a:pt x="2215240" y="295827"/>
                </a:cubicBezTo>
                <a:cubicBezTo>
                  <a:pt x="2452334" y="736100"/>
                  <a:pt x="2968988" y="510652"/>
                  <a:pt x="3174234" y="633409"/>
                </a:cubicBezTo>
                <a:cubicBezTo>
                  <a:pt x="3301775" y="710132"/>
                  <a:pt x="3481384" y="894286"/>
                  <a:pt x="3598155" y="1021612"/>
                </a:cubicBezTo>
                <a:lnTo>
                  <a:pt x="3646202" y="1074853"/>
                </a:lnTo>
                <a:lnTo>
                  <a:pt x="3646202" y="1153945"/>
                </a:lnTo>
                <a:lnTo>
                  <a:pt x="0" y="1153945"/>
                </a:lnTo>
                <a:cubicBezTo>
                  <a:pt x="0" y="1153945"/>
                  <a:pt x="66056" y="1104370"/>
                  <a:pt x="590967" y="1009942"/>
                </a:cubicBezTo>
                <a:cubicBezTo>
                  <a:pt x="1114697" y="915514"/>
                  <a:pt x="1222039" y="337140"/>
                  <a:pt x="1419028" y="163628"/>
                </a:cubicBezTo>
                <a:cubicBezTo>
                  <a:pt x="1518112" y="76872"/>
                  <a:pt x="1657891" y="148"/>
                  <a:pt x="18025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2" name="任意多边形: 形状 21" descr="d9f14064-6860-4b26-b68e-b990b35c7bee"/>
          <p:cNvSpPr/>
          <p:nvPr/>
        </p:nvSpPr>
        <p:spPr>
          <a:xfrm>
            <a:off x="9802801" y="5159363"/>
            <a:ext cx="2384171" cy="1698637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22" descr="20f207a4-2550-4de3-af15-dbb2d9e37c85"/>
          <p:cNvSpPr/>
          <p:nvPr/>
        </p:nvSpPr>
        <p:spPr>
          <a:xfrm>
            <a:off x="1" y="2"/>
            <a:ext cx="1432559" cy="1789521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 descr="2a259008-2cab-4a14-83a1-f93842a0708b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 descr="7a5069cd-1b4c-412f-b06a-ea4e85864e47"/>
          <p:cNvSpPr/>
          <p:nvPr/>
        </p:nvSpPr>
        <p:spPr>
          <a:xfrm rot="17692774" flipH="1">
            <a:off x="10959207" y="5288308"/>
            <a:ext cx="878701" cy="881107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 descr="7cda4d65-ba29-4bfa-b709-835bf4badcb6"/>
          <p:cNvSpPr>
            <a:spLocks noGrp="1"/>
          </p:cNvSpPr>
          <p:nvPr>
            <p:ph type="ctrTitle" hasCustomPrompt="1"/>
          </p:nvPr>
        </p:nvSpPr>
        <p:spPr>
          <a:xfrm>
            <a:off x="1377950" y="1176675"/>
            <a:ext cx="9436100" cy="2484009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副标题 2" descr="4811a940-557b-4b32-9b76-96e52060d48b"/>
          <p:cNvSpPr>
            <a:spLocks noGrp="1"/>
          </p:cNvSpPr>
          <p:nvPr>
            <p:ph type="subTitle" idx="1" hasCustomPrompt="1"/>
          </p:nvPr>
        </p:nvSpPr>
        <p:spPr>
          <a:xfrm>
            <a:off x="1377950" y="3816187"/>
            <a:ext cx="9436100" cy="88139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c52ab83c-b37e-4ed9-8ea7-2987ecdbbe99"/>
          <p:cNvSpPr>
            <a:spLocks noGrp="1"/>
          </p:cNvSpPr>
          <p:nvPr>
            <p:ph type="body" sz="quarter" idx="13" hasCustomPrompt="1"/>
          </p:nvPr>
        </p:nvSpPr>
        <p:spPr>
          <a:xfrm>
            <a:off x="3522585" y="4773779"/>
            <a:ext cx="2276310" cy="4437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144e7dc3-d53b-4761-80e1-6946b49d4589"/>
          <p:cNvSpPr>
            <a:spLocks noGrp="1"/>
          </p:cNvSpPr>
          <p:nvPr>
            <p:ph type="body" sz="quarter" idx="14" hasCustomPrompt="1"/>
          </p:nvPr>
        </p:nvSpPr>
        <p:spPr>
          <a:xfrm>
            <a:off x="6386328" y="4773779"/>
            <a:ext cx="2276310" cy="4437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  <p:sp>
        <p:nvSpPr>
          <p:cNvPr id="6" name="任意多边形: 形状 5" descr="d586635d-1029-4d64-a468-2098a3424ed9"/>
          <p:cNvSpPr/>
          <p:nvPr/>
        </p:nvSpPr>
        <p:spPr>
          <a:xfrm rot="5400000" flipH="1" flipV="1">
            <a:off x="1674762" y="-798870"/>
            <a:ext cx="729312" cy="2327052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1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9" name="任意多边形: 形状 8" descr="a341f829-62ff-4cce-bf78-04dc60de1bff"/>
          <p:cNvSpPr/>
          <p:nvPr/>
        </p:nvSpPr>
        <p:spPr bwMode="auto">
          <a:xfrm>
            <a:off x="9101546" y="0"/>
            <a:ext cx="2214562" cy="1409390"/>
          </a:xfrm>
          <a:custGeom>
            <a:avLst/>
            <a:gdLst>
              <a:gd name="T0" fmla="*/ 166 w 2068"/>
              <a:gd name="T1" fmla="*/ 0 h 1315"/>
              <a:gd name="T2" fmla="*/ 439 w 2068"/>
              <a:gd name="T3" fmla="*/ 437 h 1315"/>
              <a:gd name="T4" fmla="*/ 1259 w 2068"/>
              <a:gd name="T5" fmla="*/ 1019 h 1315"/>
              <a:gd name="T6" fmla="*/ 1912 w 2068"/>
              <a:gd name="T7" fmla="*/ 694 h 1315"/>
              <a:gd name="T8" fmla="*/ 2068 w 2068"/>
              <a:gd name="T9" fmla="*/ 0 h 1315"/>
              <a:gd name="T10" fmla="*/ 166 w 2068"/>
              <a:gd name="T11" fmla="*/ 0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8" h="1315">
                <a:moveTo>
                  <a:pt x="166" y="0"/>
                </a:moveTo>
                <a:cubicBezTo>
                  <a:pt x="166" y="0"/>
                  <a:pt x="0" y="285"/>
                  <a:pt x="439" y="437"/>
                </a:cubicBezTo>
                <a:cubicBezTo>
                  <a:pt x="877" y="588"/>
                  <a:pt x="961" y="724"/>
                  <a:pt x="1259" y="1019"/>
                </a:cubicBezTo>
                <a:cubicBezTo>
                  <a:pt x="1557" y="1315"/>
                  <a:pt x="2027" y="968"/>
                  <a:pt x="1912" y="694"/>
                </a:cubicBezTo>
                <a:cubicBezTo>
                  <a:pt x="1797" y="420"/>
                  <a:pt x="2068" y="0"/>
                  <a:pt x="2068" y="0"/>
                </a:cubicBezTo>
                <a:lnTo>
                  <a:pt x="1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1" name="任意多边形: 形状 20" descr="2ecfc31b-5171-4852-90d6-e7515e56cafb"/>
          <p:cNvSpPr/>
          <p:nvPr/>
        </p:nvSpPr>
        <p:spPr bwMode="auto">
          <a:xfrm>
            <a:off x="8545798" y="5704056"/>
            <a:ext cx="3646202" cy="1153945"/>
          </a:xfrm>
          <a:custGeom>
            <a:avLst/>
            <a:gdLst>
              <a:gd name="connsiteX0" fmla="*/ 1802537 w 3646202"/>
              <a:gd name="connsiteY0" fmla="*/ 1 h 1153945"/>
              <a:gd name="connsiteX1" fmla="*/ 2215240 w 3646202"/>
              <a:gd name="connsiteY1" fmla="*/ 295827 h 1153945"/>
              <a:gd name="connsiteX2" fmla="*/ 3174234 w 3646202"/>
              <a:gd name="connsiteY2" fmla="*/ 633409 h 1153945"/>
              <a:gd name="connsiteX3" fmla="*/ 3598155 w 3646202"/>
              <a:gd name="connsiteY3" fmla="*/ 1021612 h 1153945"/>
              <a:gd name="connsiteX4" fmla="*/ 3646202 w 3646202"/>
              <a:gd name="connsiteY4" fmla="*/ 1074853 h 1153945"/>
              <a:gd name="connsiteX5" fmla="*/ 3646202 w 3646202"/>
              <a:gd name="connsiteY5" fmla="*/ 1153945 h 1153945"/>
              <a:gd name="connsiteX6" fmla="*/ 0 w 3646202"/>
              <a:gd name="connsiteY6" fmla="*/ 1153945 h 1153945"/>
              <a:gd name="connsiteX7" fmla="*/ 590967 w 3646202"/>
              <a:gd name="connsiteY7" fmla="*/ 1009942 h 1153945"/>
              <a:gd name="connsiteX8" fmla="*/ 1419028 w 3646202"/>
              <a:gd name="connsiteY8" fmla="*/ 163628 h 1153945"/>
              <a:gd name="connsiteX9" fmla="*/ 1802537 w 3646202"/>
              <a:gd name="connsiteY9" fmla="*/ 1 h 115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46202" h="1153945">
                <a:moveTo>
                  <a:pt x="1802537" y="1"/>
                </a:moveTo>
                <a:cubicBezTo>
                  <a:pt x="1947182" y="-147"/>
                  <a:pt x="2096693" y="76281"/>
                  <a:pt x="2215240" y="295827"/>
                </a:cubicBezTo>
                <a:cubicBezTo>
                  <a:pt x="2452334" y="736100"/>
                  <a:pt x="2968988" y="510652"/>
                  <a:pt x="3174234" y="633409"/>
                </a:cubicBezTo>
                <a:cubicBezTo>
                  <a:pt x="3301775" y="710132"/>
                  <a:pt x="3481384" y="894286"/>
                  <a:pt x="3598155" y="1021612"/>
                </a:cubicBezTo>
                <a:lnTo>
                  <a:pt x="3646202" y="1074853"/>
                </a:lnTo>
                <a:lnTo>
                  <a:pt x="3646202" y="1153945"/>
                </a:lnTo>
                <a:lnTo>
                  <a:pt x="0" y="1153945"/>
                </a:lnTo>
                <a:cubicBezTo>
                  <a:pt x="0" y="1153945"/>
                  <a:pt x="66056" y="1104370"/>
                  <a:pt x="590967" y="1009942"/>
                </a:cubicBezTo>
                <a:cubicBezTo>
                  <a:pt x="1114697" y="915514"/>
                  <a:pt x="1222039" y="337140"/>
                  <a:pt x="1419028" y="163628"/>
                </a:cubicBezTo>
                <a:cubicBezTo>
                  <a:pt x="1518112" y="76872"/>
                  <a:pt x="1657891" y="148"/>
                  <a:pt x="18025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1" name="任意多边形: 形状 10" descr="756e84f5-f975-4458-b12c-8336349f3aa7"/>
          <p:cNvSpPr/>
          <p:nvPr/>
        </p:nvSpPr>
        <p:spPr>
          <a:xfrm>
            <a:off x="9802801" y="5159363"/>
            <a:ext cx="2384171" cy="1698637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 descr="6353c89e-6b79-47f7-8102-df173249787f"/>
          <p:cNvSpPr/>
          <p:nvPr/>
        </p:nvSpPr>
        <p:spPr bwMode="auto">
          <a:xfrm>
            <a:off x="10308656" y="0"/>
            <a:ext cx="1883343" cy="1475297"/>
          </a:xfrm>
          <a:custGeom>
            <a:avLst/>
            <a:gdLst>
              <a:gd name="T0" fmla="*/ 566 w 2162"/>
              <a:gd name="T1" fmla="*/ 0 h 1693"/>
              <a:gd name="T2" fmla="*/ 445 w 2162"/>
              <a:gd name="T3" fmla="*/ 1063 h 1693"/>
              <a:gd name="T4" fmla="*/ 1572 w 2162"/>
              <a:gd name="T5" fmla="*/ 1375 h 1693"/>
              <a:gd name="T6" fmla="*/ 2162 w 2162"/>
              <a:gd name="T7" fmla="*/ 1675 h 1693"/>
              <a:gd name="T8" fmla="*/ 2162 w 2162"/>
              <a:gd name="T9" fmla="*/ 0 h 1693"/>
              <a:gd name="T10" fmla="*/ 566 w 2162"/>
              <a:gd name="T11" fmla="*/ 0 h 1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2" h="1693">
                <a:moveTo>
                  <a:pt x="566" y="0"/>
                </a:moveTo>
                <a:cubicBezTo>
                  <a:pt x="566" y="0"/>
                  <a:pt x="0" y="542"/>
                  <a:pt x="445" y="1063"/>
                </a:cubicBezTo>
                <a:cubicBezTo>
                  <a:pt x="810" y="1490"/>
                  <a:pt x="1284" y="1098"/>
                  <a:pt x="1572" y="1375"/>
                </a:cubicBezTo>
                <a:cubicBezTo>
                  <a:pt x="1904" y="1693"/>
                  <a:pt x="2162" y="1675"/>
                  <a:pt x="2162" y="1675"/>
                </a:cubicBezTo>
                <a:cubicBezTo>
                  <a:pt x="2162" y="0"/>
                  <a:pt x="2162" y="0"/>
                  <a:pt x="2162" y="0"/>
                </a:cubicBezTo>
                <a:lnTo>
                  <a:pt x="5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12" descr="734983c6-703c-4231-a649-c096f93f45fc"/>
          <p:cNvSpPr/>
          <p:nvPr/>
        </p:nvSpPr>
        <p:spPr>
          <a:xfrm>
            <a:off x="1" y="2"/>
            <a:ext cx="1432559" cy="1789521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 descr="e777cd90-9e0d-4e95-93b5-43f47e5a3ddd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 descr="e33b150a-07d3-42fc-bea2-c9e7d4cb4ecb"/>
          <p:cNvSpPr/>
          <p:nvPr/>
        </p:nvSpPr>
        <p:spPr>
          <a:xfrm rot="21419731">
            <a:off x="-53310" y="4769131"/>
            <a:ext cx="1067679" cy="2118306"/>
          </a:xfrm>
          <a:custGeom>
            <a:avLst/>
            <a:gdLst>
              <a:gd name="connsiteX0" fmla="*/ 108241 w 1067679"/>
              <a:gd name="connsiteY0" fmla="*/ 0 h 2118306"/>
              <a:gd name="connsiteX1" fmla="*/ 148080 w 1067679"/>
              <a:gd name="connsiteY1" fmla="*/ 24204 h 2118306"/>
              <a:gd name="connsiteX2" fmla="*/ 456769 w 1067679"/>
              <a:gd name="connsiteY2" fmla="*/ 278897 h 2118306"/>
              <a:gd name="connsiteX3" fmla="*/ 1067679 w 1067679"/>
              <a:gd name="connsiteY3" fmla="*/ 1753763 h 2118306"/>
              <a:gd name="connsiteX4" fmla="*/ 1067679 w 1067679"/>
              <a:gd name="connsiteY4" fmla="*/ 2118306 h 2118306"/>
              <a:gd name="connsiteX5" fmla="*/ 0 w 1067679"/>
              <a:gd name="connsiteY5" fmla="*/ 2062268 h 211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7679" h="2118306">
                <a:moveTo>
                  <a:pt x="108241" y="0"/>
                </a:moveTo>
                <a:lnTo>
                  <a:pt x="148080" y="24204"/>
                </a:lnTo>
                <a:cubicBezTo>
                  <a:pt x="259044" y="99170"/>
                  <a:pt x="362407" y="184533"/>
                  <a:pt x="456769" y="278897"/>
                </a:cubicBezTo>
                <a:cubicBezTo>
                  <a:pt x="834221" y="656347"/>
                  <a:pt x="1067679" y="1177792"/>
                  <a:pt x="1067679" y="1753763"/>
                </a:cubicBezTo>
                <a:lnTo>
                  <a:pt x="1067679" y="2118306"/>
                </a:lnTo>
                <a:lnTo>
                  <a:pt x="0" y="2062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任意多边形: 形状 31" descr="86e00565-6d1e-4510-9f97-beabe963d30f"/>
          <p:cNvSpPr/>
          <p:nvPr/>
        </p:nvSpPr>
        <p:spPr>
          <a:xfrm rot="17692774">
            <a:off x="10500383" y="461797"/>
            <a:ext cx="1160603" cy="1163782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" name="直接连接符 21" descr="1837968b-c1cd-4596-bfe4-33698a432822"/>
          <p:cNvCxnSpPr/>
          <p:nvPr/>
        </p:nvCxnSpPr>
        <p:spPr>
          <a:xfrm>
            <a:off x="1377950" y="3736884"/>
            <a:ext cx="9436100" cy="0"/>
          </a:xfrm>
          <a:prstGeom prst="line">
            <a:avLst/>
          </a:prstGeom>
          <a:noFill/>
          <a:ln w="3810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组合 26" descr="faa4cfd9-40be-4303-b304-422273d00b30"/>
          <p:cNvGrpSpPr/>
          <p:nvPr/>
        </p:nvGrpSpPr>
        <p:grpSpPr>
          <a:xfrm>
            <a:off x="331515" y="5269090"/>
            <a:ext cx="4011888" cy="1588912"/>
            <a:chOff x="331515" y="5269090"/>
            <a:chExt cx="4011888" cy="1588912"/>
          </a:xfrm>
        </p:grpSpPr>
        <p:sp>
          <p:nvSpPr>
            <p:cNvPr id="16" name="任意多边形: 形状 15" descr="dcaf46f0-d790-49aa-a1a0-edceee4ac5b6"/>
            <p:cNvSpPr/>
            <p:nvPr/>
          </p:nvSpPr>
          <p:spPr>
            <a:xfrm rot="16200000" flipH="1">
              <a:off x="1708783" y="4223383"/>
              <a:ext cx="1257351" cy="4011888"/>
            </a:xfrm>
            <a:custGeom>
              <a:avLst/>
              <a:gdLst>
                <a:gd name="connsiteX0" fmla="*/ 824558 w 824557"/>
                <a:gd name="connsiteY0" fmla="*/ 45975 h 2519381"/>
                <a:gd name="connsiteX1" fmla="*/ 480913 w 824557"/>
                <a:gd name="connsiteY1" fmla="*/ 7106 h 2519381"/>
                <a:gd name="connsiteX2" fmla="*/ 324265 w 824557"/>
                <a:gd name="connsiteY2" fmla="*/ 1063707 h 2519381"/>
                <a:gd name="connsiteX3" fmla="*/ 660296 w 824557"/>
                <a:gd name="connsiteY3" fmla="*/ 2435307 h 2519381"/>
                <a:gd name="connsiteX4" fmla="*/ 824558 w 824557"/>
                <a:gd name="connsiteY4" fmla="*/ 2519382 h 2519381"/>
                <a:gd name="connsiteX5" fmla="*/ 824558 w 824557"/>
                <a:gd name="connsiteY5" fmla="*/ 45975 h 251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4557" h="2519381">
                  <a:moveTo>
                    <a:pt x="824558" y="45975"/>
                  </a:moveTo>
                  <a:cubicBezTo>
                    <a:pt x="721155" y="5456"/>
                    <a:pt x="606997" y="-10518"/>
                    <a:pt x="480913" y="7106"/>
                  </a:cubicBezTo>
                  <a:cubicBezTo>
                    <a:pt x="115383" y="58169"/>
                    <a:pt x="-307065" y="681512"/>
                    <a:pt x="324265" y="1063707"/>
                  </a:cubicBezTo>
                  <a:cubicBezTo>
                    <a:pt x="1170759" y="1576087"/>
                    <a:pt x="126245" y="1987620"/>
                    <a:pt x="660296" y="2435307"/>
                  </a:cubicBezTo>
                  <a:cubicBezTo>
                    <a:pt x="707418" y="2474815"/>
                    <a:pt x="763326" y="2502609"/>
                    <a:pt x="824558" y="2519382"/>
                  </a:cubicBezTo>
                  <a:lnTo>
                    <a:pt x="824558" y="45975"/>
                  </a:lnTo>
                  <a:close/>
                </a:path>
              </a:pathLst>
            </a:custGeom>
            <a:solidFill>
              <a:schemeClr val="accent2"/>
            </a:solidFill>
            <a:ln w="531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Heavy" panose="02020900000000000000" pitchFamily="18" charset="-122"/>
              </a:endParaRPr>
            </a:p>
          </p:txBody>
        </p:sp>
        <p:sp>
          <p:nvSpPr>
            <p:cNvPr id="19" name="任意多边形: 形状 18" descr="77f3614d-c5f5-4afe-b342-5239b8efb3b3"/>
            <p:cNvSpPr/>
            <p:nvPr/>
          </p:nvSpPr>
          <p:spPr>
            <a:xfrm rot="17692774">
              <a:off x="798454" y="5317406"/>
              <a:ext cx="820664" cy="822912"/>
            </a:xfrm>
            <a:custGeom>
              <a:avLst/>
              <a:gdLst>
                <a:gd name="connsiteX0" fmla="*/ 1114884 w 1160603"/>
                <a:gd name="connsiteY0" fmla="*/ 352481 h 1163782"/>
                <a:gd name="connsiteX1" fmla="*/ 1116464 w 1160603"/>
                <a:gd name="connsiteY1" fmla="*/ 355393 h 1163782"/>
                <a:gd name="connsiteX2" fmla="*/ 1150370 w 1160603"/>
                <a:gd name="connsiteY2" fmla="*/ 464620 h 1163782"/>
                <a:gd name="connsiteX3" fmla="*/ 1160603 w 1160603"/>
                <a:gd name="connsiteY3" fmla="*/ 566129 h 1163782"/>
                <a:gd name="connsiteX4" fmla="*/ 1160603 w 1160603"/>
                <a:gd name="connsiteY4" fmla="*/ 597654 h 1163782"/>
                <a:gd name="connsiteX5" fmla="*/ 1150370 w 1160603"/>
                <a:gd name="connsiteY5" fmla="*/ 699163 h 1163782"/>
                <a:gd name="connsiteX6" fmla="*/ 1116464 w 1160603"/>
                <a:gd name="connsiteY6" fmla="*/ 808389 h 1163782"/>
                <a:gd name="connsiteX7" fmla="*/ 1114884 w 1160603"/>
                <a:gd name="connsiteY7" fmla="*/ 811301 h 1163782"/>
                <a:gd name="connsiteX8" fmla="*/ 45719 w 1160603"/>
                <a:gd name="connsiteY8" fmla="*/ 352480 h 1163782"/>
                <a:gd name="connsiteX9" fmla="*/ 45719 w 1160603"/>
                <a:gd name="connsiteY9" fmla="*/ 811303 h 1163782"/>
                <a:gd name="connsiteX10" fmla="*/ 44138 w 1160603"/>
                <a:gd name="connsiteY10" fmla="*/ 808389 h 1163782"/>
                <a:gd name="connsiteX11" fmla="*/ 10232 w 1160603"/>
                <a:gd name="connsiteY11" fmla="*/ 699163 h 1163782"/>
                <a:gd name="connsiteX12" fmla="*/ 0 w 1160603"/>
                <a:gd name="connsiteY12" fmla="*/ 597664 h 1163782"/>
                <a:gd name="connsiteX13" fmla="*/ 0 w 1160603"/>
                <a:gd name="connsiteY13" fmla="*/ 566119 h 1163782"/>
                <a:gd name="connsiteX14" fmla="*/ 10232 w 1160603"/>
                <a:gd name="connsiteY14" fmla="*/ 464620 h 1163782"/>
                <a:gd name="connsiteX15" fmla="*/ 44138 w 1160603"/>
                <a:gd name="connsiteY15" fmla="*/ 355393 h 1163782"/>
                <a:gd name="connsiteX16" fmla="*/ 1021977 w 1160603"/>
                <a:gd name="connsiteY16" fmla="*/ 207055 h 1163782"/>
                <a:gd name="connsiteX17" fmla="*/ 1062815 w 1160603"/>
                <a:gd name="connsiteY17" fmla="*/ 256550 h 1163782"/>
                <a:gd name="connsiteX18" fmla="*/ 1067696 w 1160603"/>
                <a:gd name="connsiteY18" fmla="*/ 265544 h 1163782"/>
                <a:gd name="connsiteX19" fmla="*/ 1067696 w 1160603"/>
                <a:gd name="connsiteY19" fmla="*/ 898238 h 1163782"/>
                <a:gd name="connsiteX20" fmla="*/ 1062815 w 1160603"/>
                <a:gd name="connsiteY20" fmla="*/ 907232 h 1163782"/>
                <a:gd name="connsiteX21" fmla="*/ 1021977 w 1160603"/>
                <a:gd name="connsiteY21" fmla="*/ 956727 h 1163782"/>
                <a:gd name="connsiteX22" fmla="*/ 138626 w 1160603"/>
                <a:gd name="connsiteY22" fmla="*/ 207054 h 1163782"/>
                <a:gd name="connsiteX23" fmla="*/ 138626 w 1160603"/>
                <a:gd name="connsiteY23" fmla="*/ 956728 h 1163782"/>
                <a:gd name="connsiteX24" fmla="*/ 97788 w 1160603"/>
                <a:gd name="connsiteY24" fmla="*/ 907232 h 1163782"/>
                <a:gd name="connsiteX25" fmla="*/ 92907 w 1160603"/>
                <a:gd name="connsiteY25" fmla="*/ 898240 h 1163782"/>
                <a:gd name="connsiteX26" fmla="*/ 92907 w 1160603"/>
                <a:gd name="connsiteY26" fmla="*/ 265542 h 1163782"/>
                <a:gd name="connsiteX27" fmla="*/ 97788 w 1160603"/>
                <a:gd name="connsiteY27" fmla="*/ 256550 h 1163782"/>
                <a:gd name="connsiteX28" fmla="*/ 929070 w 1160603"/>
                <a:gd name="connsiteY28" fmla="*/ 118708 h 1163782"/>
                <a:gd name="connsiteX29" fmla="*/ 974789 w 1160603"/>
                <a:gd name="connsiteY29" fmla="*/ 156429 h 1163782"/>
                <a:gd name="connsiteX30" fmla="*/ 974789 w 1160603"/>
                <a:gd name="connsiteY30" fmla="*/ 1007353 h 1163782"/>
                <a:gd name="connsiteX31" fmla="*/ 929070 w 1160603"/>
                <a:gd name="connsiteY31" fmla="*/ 1045074 h 1163782"/>
                <a:gd name="connsiteX32" fmla="*/ 231533 w 1160603"/>
                <a:gd name="connsiteY32" fmla="*/ 118707 h 1163782"/>
                <a:gd name="connsiteX33" fmla="*/ 231533 w 1160603"/>
                <a:gd name="connsiteY33" fmla="*/ 1045075 h 1163782"/>
                <a:gd name="connsiteX34" fmla="*/ 185814 w 1160603"/>
                <a:gd name="connsiteY34" fmla="*/ 1007354 h 1163782"/>
                <a:gd name="connsiteX35" fmla="*/ 185814 w 1160603"/>
                <a:gd name="connsiteY35" fmla="*/ 156428 h 1163782"/>
                <a:gd name="connsiteX36" fmla="*/ 836163 w 1160603"/>
                <a:gd name="connsiteY36" fmla="*/ 61666 h 1163782"/>
                <a:gd name="connsiteX37" fmla="*/ 881882 w 1160603"/>
                <a:gd name="connsiteY37" fmla="*/ 86481 h 1163782"/>
                <a:gd name="connsiteX38" fmla="*/ 881882 w 1160603"/>
                <a:gd name="connsiteY38" fmla="*/ 1077301 h 1163782"/>
                <a:gd name="connsiteX39" fmla="*/ 836163 w 1160603"/>
                <a:gd name="connsiteY39" fmla="*/ 1102116 h 1163782"/>
                <a:gd name="connsiteX40" fmla="*/ 324440 w 1160603"/>
                <a:gd name="connsiteY40" fmla="*/ 61665 h 1163782"/>
                <a:gd name="connsiteX41" fmla="*/ 324440 w 1160603"/>
                <a:gd name="connsiteY41" fmla="*/ 1102117 h 1163782"/>
                <a:gd name="connsiteX42" fmla="*/ 278721 w 1160603"/>
                <a:gd name="connsiteY42" fmla="*/ 1077301 h 1163782"/>
                <a:gd name="connsiteX43" fmla="*/ 278721 w 1160603"/>
                <a:gd name="connsiteY43" fmla="*/ 86481 h 1163782"/>
                <a:gd name="connsiteX44" fmla="*/ 743256 w 1160603"/>
                <a:gd name="connsiteY44" fmla="*/ 26003 h 1163782"/>
                <a:gd name="connsiteX45" fmla="*/ 788975 w 1160603"/>
                <a:gd name="connsiteY45" fmla="*/ 40195 h 1163782"/>
                <a:gd name="connsiteX46" fmla="*/ 788975 w 1160603"/>
                <a:gd name="connsiteY46" fmla="*/ 1123587 h 1163782"/>
                <a:gd name="connsiteX47" fmla="*/ 743256 w 1160603"/>
                <a:gd name="connsiteY47" fmla="*/ 1137779 h 1163782"/>
                <a:gd name="connsiteX48" fmla="*/ 417347 w 1160603"/>
                <a:gd name="connsiteY48" fmla="*/ 26003 h 1163782"/>
                <a:gd name="connsiteX49" fmla="*/ 417347 w 1160603"/>
                <a:gd name="connsiteY49" fmla="*/ 1137779 h 1163782"/>
                <a:gd name="connsiteX50" fmla="*/ 371628 w 1160603"/>
                <a:gd name="connsiteY50" fmla="*/ 1123588 h 1163782"/>
                <a:gd name="connsiteX51" fmla="*/ 371628 w 1160603"/>
                <a:gd name="connsiteY51" fmla="*/ 40195 h 1163782"/>
                <a:gd name="connsiteX52" fmla="*/ 650349 w 1160603"/>
                <a:gd name="connsiteY52" fmla="*/ 7062 h 1163782"/>
                <a:gd name="connsiteX53" fmla="*/ 696068 w 1160603"/>
                <a:gd name="connsiteY53" fmla="*/ 11670 h 1163782"/>
                <a:gd name="connsiteX54" fmla="*/ 696068 w 1160603"/>
                <a:gd name="connsiteY54" fmla="*/ 1152112 h 1163782"/>
                <a:gd name="connsiteX55" fmla="*/ 650349 w 1160603"/>
                <a:gd name="connsiteY55" fmla="*/ 1156721 h 1163782"/>
                <a:gd name="connsiteX56" fmla="*/ 510254 w 1160603"/>
                <a:gd name="connsiteY56" fmla="*/ 7061 h 1163782"/>
                <a:gd name="connsiteX57" fmla="*/ 510254 w 1160603"/>
                <a:gd name="connsiteY57" fmla="*/ 1156721 h 1163782"/>
                <a:gd name="connsiteX58" fmla="*/ 464535 w 1160603"/>
                <a:gd name="connsiteY58" fmla="*/ 1152112 h 1163782"/>
                <a:gd name="connsiteX59" fmla="*/ 464535 w 1160603"/>
                <a:gd name="connsiteY59" fmla="*/ 11670 h 1163782"/>
                <a:gd name="connsiteX60" fmla="*/ 580301 w 1160603"/>
                <a:gd name="connsiteY60" fmla="*/ 0 h 1163782"/>
                <a:gd name="connsiteX61" fmla="*/ 603161 w 1160603"/>
                <a:gd name="connsiteY61" fmla="*/ 2305 h 1163782"/>
                <a:gd name="connsiteX62" fmla="*/ 603161 w 1160603"/>
                <a:gd name="connsiteY62" fmla="*/ 1161478 h 1163782"/>
                <a:gd name="connsiteX63" fmla="*/ 580301 w 1160603"/>
                <a:gd name="connsiteY63" fmla="*/ 1163782 h 1163782"/>
                <a:gd name="connsiteX64" fmla="*/ 557442 w 1160603"/>
                <a:gd name="connsiteY64" fmla="*/ 1161478 h 1163782"/>
                <a:gd name="connsiteX65" fmla="*/ 557442 w 1160603"/>
                <a:gd name="connsiteY65" fmla="*/ 2304 h 1163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160603" h="1163782">
                  <a:moveTo>
                    <a:pt x="1114884" y="352481"/>
                  </a:moveTo>
                  <a:lnTo>
                    <a:pt x="1116464" y="355393"/>
                  </a:lnTo>
                  <a:cubicBezTo>
                    <a:pt x="1131187" y="390201"/>
                    <a:pt x="1142619" y="426740"/>
                    <a:pt x="1150370" y="464620"/>
                  </a:cubicBezTo>
                  <a:lnTo>
                    <a:pt x="1160603" y="566129"/>
                  </a:lnTo>
                  <a:lnTo>
                    <a:pt x="1160603" y="597654"/>
                  </a:lnTo>
                  <a:lnTo>
                    <a:pt x="1150370" y="699163"/>
                  </a:lnTo>
                  <a:cubicBezTo>
                    <a:pt x="1142619" y="737042"/>
                    <a:pt x="1131187" y="773581"/>
                    <a:pt x="1116464" y="808389"/>
                  </a:cubicBezTo>
                  <a:lnTo>
                    <a:pt x="1114884" y="811301"/>
                  </a:lnTo>
                  <a:close/>
                  <a:moveTo>
                    <a:pt x="45719" y="352480"/>
                  </a:moveTo>
                  <a:lnTo>
                    <a:pt x="45719" y="811303"/>
                  </a:lnTo>
                  <a:lnTo>
                    <a:pt x="44138" y="808389"/>
                  </a:lnTo>
                  <a:cubicBezTo>
                    <a:pt x="29415" y="773581"/>
                    <a:pt x="17984" y="737042"/>
                    <a:pt x="10232" y="699163"/>
                  </a:cubicBezTo>
                  <a:lnTo>
                    <a:pt x="0" y="597664"/>
                  </a:lnTo>
                  <a:lnTo>
                    <a:pt x="0" y="566119"/>
                  </a:lnTo>
                  <a:lnTo>
                    <a:pt x="10232" y="464620"/>
                  </a:lnTo>
                  <a:cubicBezTo>
                    <a:pt x="17984" y="426740"/>
                    <a:pt x="29415" y="390201"/>
                    <a:pt x="44138" y="355393"/>
                  </a:cubicBezTo>
                  <a:close/>
                  <a:moveTo>
                    <a:pt x="1021977" y="207055"/>
                  </a:moveTo>
                  <a:lnTo>
                    <a:pt x="1062815" y="256550"/>
                  </a:lnTo>
                  <a:lnTo>
                    <a:pt x="1067696" y="265544"/>
                  </a:lnTo>
                  <a:lnTo>
                    <a:pt x="1067696" y="898238"/>
                  </a:lnTo>
                  <a:lnTo>
                    <a:pt x="1062815" y="907232"/>
                  </a:lnTo>
                  <a:lnTo>
                    <a:pt x="1021977" y="956727"/>
                  </a:lnTo>
                  <a:close/>
                  <a:moveTo>
                    <a:pt x="138626" y="207054"/>
                  </a:moveTo>
                  <a:lnTo>
                    <a:pt x="138626" y="956728"/>
                  </a:lnTo>
                  <a:lnTo>
                    <a:pt x="97788" y="907232"/>
                  </a:lnTo>
                  <a:lnTo>
                    <a:pt x="92907" y="898240"/>
                  </a:lnTo>
                  <a:lnTo>
                    <a:pt x="92907" y="265542"/>
                  </a:lnTo>
                  <a:lnTo>
                    <a:pt x="97788" y="256550"/>
                  </a:lnTo>
                  <a:close/>
                  <a:moveTo>
                    <a:pt x="929070" y="118708"/>
                  </a:moveTo>
                  <a:lnTo>
                    <a:pt x="974789" y="156429"/>
                  </a:lnTo>
                  <a:lnTo>
                    <a:pt x="974789" y="1007353"/>
                  </a:lnTo>
                  <a:lnTo>
                    <a:pt x="929070" y="1045074"/>
                  </a:lnTo>
                  <a:close/>
                  <a:moveTo>
                    <a:pt x="231533" y="118707"/>
                  </a:moveTo>
                  <a:lnTo>
                    <a:pt x="231533" y="1045075"/>
                  </a:lnTo>
                  <a:lnTo>
                    <a:pt x="185814" y="1007354"/>
                  </a:lnTo>
                  <a:lnTo>
                    <a:pt x="185814" y="156428"/>
                  </a:lnTo>
                  <a:close/>
                  <a:moveTo>
                    <a:pt x="836163" y="61666"/>
                  </a:moveTo>
                  <a:lnTo>
                    <a:pt x="881882" y="86481"/>
                  </a:lnTo>
                  <a:lnTo>
                    <a:pt x="881882" y="1077301"/>
                  </a:lnTo>
                  <a:lnTo>
                    <a:pt x="836163" y="1102116"/>
                  </a:lnTo>
                  <a:close/>
                  <a:moveTo>
                    <a:pt x="324440" y="61665"/>
                  </a:moveTo>
                  <a:lnTo>
                    <a:pt x="324440" y="1102117"/>
                  </a:lnTo>
                  <a:lnTo>
                    <a:pt x="278721" y="1077301"/>
                  </a:lnTo>
                  <a:lnTo>
                    <a:pt x="278721" y="86481"/>
                  </a:lnTo>
                  <a:close/>
                  <a:moveTo>
                    <a:pt x="743256" y="26003"/>
                  </a:moveTo>
                  <a:lnTo>
                    <a:pt x="788975" y="40195"/>
                  </a:lnTo>
                  <a:lnTo>
                    <a:pt x="788975" y="1123587"/>
                  </a:lnTo>
                  <a:lnTo>
                    <a:pt x="743256" y="1137779"/>
                  </a:lnTo>
                  <a:close/>
                  <a:moveTo>
                    <a:pt x="417347" y="26003"/>
                  </a:moveTo>
                  <a:lnTo>
                    <a:pt x="417347" y="1137779"/>
                  </a:lnTo>
                  <a:lnTo>
                    <a:pt x="371628" y="1123588"/>
                  </a:lnTo>
                  <a:lnTo>
                    <a:pt x="371628" y="40195"/>
                  </a:lnTo>
                  <a:close/>
                  <a:moveTo>
                    <a:pt x="650349" y="7062"/>
                  </a:moveTo>
                  <a:lnTo>
                    <a:pt x="696068" y="11670"/>
                  </a:lnTo>
                  <a:lnTo>
                    <a:pt x="696068" y="1152112"/>
                  </a:lnTo>
                  <a:lnTo>
                    <a:pt x="650349" y="1156721"/>
                  </a:lnTo>
                  <a:close/>
                  <a:moveTo>
                    <a:pt x="510254" y="7061"/>
                  </a:moveTo>
                  <a:lnTo>
                    <a:pt x="510254" y="1156721"/>
                  </a:lnTo>
                  <a:lnTo>
                    <a:pt x="464535" y="1152112"/>
                  </a:lnTo>
                  <a:lnTo>
                    <a:pt x="464535" y="11670"/>
                  </a:lnTo>
                  <a:close/>
                  <a:moveTo>
                    <a:pt x="580301" y="0"/>
                  </a:moveTo>
                  <a:lnTo>
                    <a:pt x="603161" y="2305"/>
                  </a:lnTo>
                  <a:lnTo>
                    <a:pt x="603161" y="1161478"/>
                  </a:lnTo>
                  <a:lnTo>
                    <a:pt x="580301" y="1163782"/>
                  </a:lnTo>
                  <a:lnTo>
                    <a:pt x="557442" y="1161478"/>
                  </a:lnTo>
                  <a:lnTo>
                    <a:pt x="557442" y="23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 descr="34e6b5ee-3200-4a12-8f2a-4000e5755b33"/>
            <p:cNvSpPr/>
            <p:nvPr/>
          </p:nvSpPr>
          <p:spPr>
            <a:xfrm rot="7087058" flipH="1" flipV="1">
              <a:off x="891728" y="5269090"/>
              <a:ext cx="350849" cy="35084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b7fa3f8-248d-4be8-94fb-6c7bbfa6366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4ffdc47e-18a1-4b5b-bbfb-725350756496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c98c0a3c-76db-427c-a5b4-4680e2e6628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67540dc-b418-45cf-b1ab-637f8a6082e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d2830848-68ba-415e-8a23-33d117887a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 descr="41428d8a-5c59-4046-a614-ade563c3b94b"/>
          <p:cNvSpPr/>
          <p:nvPr/>
        </p:nvSpPr>
        <p:spPr>
          <a:xfrm>
            <a:off x="1" y="2"/>
            <a:ext cx="1670999" cy="2087375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 descr="78d0de90-fedc-4a4d-be20-b9a472391880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4400"/>
            </a:lvl1pPr>
          </a:lstStyle>
          <a:p>
            <a:pPr lvl="0"/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内容占位符 2" descr="75ee3d39-70ba-44e4-8e82-3dea4f48a747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 sz="2400"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 sz="2000"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 descr="fd225094-70a7-4c5e-9d64-6fc70eb6c2c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 descr="3d55574b-ae7f-41b7-b15c-a56572d1a11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a29299fd-d9ed-492a-913c-e3d6e0b475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 descr="bceaba1a-7857-4813-9b1b-f469a0476f02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c77d0751-fd41-4a8c-b683-aa1fbcf0f46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任意多边形: 形状 9" descr="47d99aa1-017c-4998-9be9-2af2523838f3"/>
          <p:cNvSpPr/>
          <p:nvPr/>
        </p:nvSpPr>
        <p:spPr>
          <a:xfrm rot="5400000" flipH="1" flipV="1">
            <a:off x="1293916" y="-1377269"/>
            <a:ext cx="1257351" cy="4011888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2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13" name="任意多边形: 形状 12" descr="fc9b7e3f-55e5-4e6e-901c-bb983164d407"/>
          <p:cNvSpPr/>
          <p:nvPr/>
        </p:nvSpPr>
        <p:spPr>
          <a:xfrm rot="17692774" flipH="1">
            <a:off x="10690334" y="5007944"/>
            <a:ext cx="878701" cy="881107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 descr="fcc08f5a-c035-4c85-a25f-052f224f91a9"/>
          <p:cNvSpPr/>
          <p:nvPr/>
        </p:nvSpPr>
        <p:spPr>
          <a:xfrm rot="21439473" flipH="1">
            <a:off x="10242434" y="5903736"/>
            <a:ext cx="1973950" cy="998700"/>
          </a:xfrm>
          <a:custGeom>
            <a:avLst/>
            <a:gdLst>
              <a:gd name="connsiteX0" fmla="*/ 0 w 1973950"/>
              <a:gd name="connsiteY0" fmla="*/ 0 h 998700"/>
              <a:gd name="connsiteX1" fmla="*/ 46668 w 1973950"/>
              <a:gd name="connsiteY1" fmla="*/ 998700 h 998700"/>
              <a:gd name="connsiteX2" fmla="*/ 1243501 w 1973950"/>
              <a:gd name="connsiteY2" fmla="*/ 942773 h 998700"/>
              <a:gd name="connsiteX3" fmla="*/ 1973950 w 1973950"/>
              <a:gd name="connsiteY3" fmla="*/ 351399 h 998700"/>
              <a:gd name="connsiteX4" fmla="*/ 1971295 w 1973950"/>
              <a:gd name="connsiteY4" fmla="*/ 344243 h 998700"/>
              <a:gd name="connsiteX5" fmla="*/ 1874097 w 1973950"/>
              <a:gd name="connsiteY5" fmla="*/ 185626 h 998700"/>
              <a:gd name="connsiteX6" fmla="*/ 116860 w 1973950"/>
              <a:gd name="connsiteY6" fmla="*/ 32980 h 99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3950" h="998700">
                <a:moveTo>
                  <a:pt x="0" y="0"/>
                </a:moveTo>
                <a:lnTo>
                  <a:pt x="46668" y="998700"/>
                </a:lnTo>
                <a:lnTo>
                  <a:pt x="1243501" y="942773"/>
                </a:lnTo>
                <a:lnTo>
                  <a:pt x="1973950" y="351399"/>
                </a:lnTo>
                <a:lnTo>
                  <a:pt x="1971295" y="344243"/>
                </a:lnTo>
                <a:cubicBezTo>
                  <a:pt x="1942947" y="276704"/>
                  <a:pt x="1910653" y="224885"/>
                  <a:pt x="1874097" y="185626"/>
                </a:cubicBezTo>
                <a:cubicBezTo>
                  <a:pt x="1586218" y="-123536"/>
                  <a:pt x="1180792" y="295670"/>
                  <a:pt x="116860" y="329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 descr="be6af37c-5bab-4bcd-8072-1f229f75dc34"/>
          <p:cNvSpPr/>
          <p:nvPr/>
        </p:nvSpPr>
        <p:spPr bwMode="auto">
          <a:xfrm>
            <a:off x="8545798" y="5704056"/>
            <a:ext cx="3646202" cy="1153945"/>
          </a:xfrm>
          <a:custGeom>
            <a:avLst/>
            <a:gdLst>
              <a:gd name="connsiteX0" fmla="*/ 1802537 w 3646202"/>
              <a:gd name="connsiteY0" fmla="*/ 1 h 1153945"/>
              <a:gd name="connsiteX1" fmla="*/ 2215240 w 3646202"/>
              <a:gd name="connsiteY1" fmla="*/ 295827 h 1153945"/>
              <a:gd name="connsiteX2" fmla="*/ 3174234 w 3646202"/>
              <a:gd name="connsiteY2" fmla="*/ 633409 h 1153945"/>
              <a:gd name="connsiteX3" fmla="*/ 3598155 w 3646202"/>
              <a:gd name="connsiteY3" fmla="*/ 1021612 h 1153945"/>
              <a:gd name="connsiteX4" fmla="*/ 3646202 w 3646202"/>
              <a:gd name="connsiteY4" fmla="*/ 1074853 h 1153945"/>
              <a:gd name="connsiteX5" fmla="*/ 3646202 w 3646202"/>
              <a:gd name="connsiteY5" fmla="*/ 1153945 h 1153945"/>
              <a:gd name="connsiteX6" fmla="*/ 0 w 3646202"/>
              <a:gd name="connsiteY6" fmla="*/ 1153945 h 1153945"/>
              <a:gd name="connsiteX7" fmla="*/ 590967 w 3646202"/>
              <a:gd name="connsiteY7" fmla="*/ 1009942 h 1153945"/>
              <a:gd name="connsiteX8" fmla="*/ 1419028 w 3646202"/>
              <a:gd name="connsiteY8" fmla="*/ 163628 h 1153945"/>
              <a:gd name="connsiteX9" fmla="*/ 1802537 w 3646202"/>
              <a:gd name="connsiteY9" fmla="*/ 1 h 115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46202" h="1153945">
                <a:moveTo>
                  <a:pt x="1802537" y="1"/>
                </a:moveTo>
                <a:cubicBezTo>
                  <a:pt x="1947182" y="-147"/>
                  <a:pt x="2096693" y="76281"/>
                  <a:pt x="2215240" y="295827"/>
                </a:cubicBezTo>
                <a:cubicBezTo>
                  <a:pt x="2452334" y="736100"/>
                  <a:pt x="2968988" y="510652"/>
                  <a:pt x="3174234" y="633409"/>
                </a:cubicBezTo>
                <a:cubicBezTo>
                  <a:pt x="3301775" y="710132"/>
                  <a:pt x="3481384" y="894286"/>
                  <a:pt x="3598155" y="1021612"/>
                </a:cubicBezTo>
                <a:lnTo>
                  <a:pt x="3646202" y="1074853"/>
                </a:lnTo>
                <a:lnTo>
                  <a:pt x="3646202" y="1153945"/>
                </a:lnTo>
                <a:lnTo>
                  <a:pt x="0" y="1153945"/>
                </a:lnTo>
                <a:cubicBezTo>
                  <a:pt x="0" y="1153945"/>
                  <a:pt x="66056" y="1104370"/>
                  <a:pt x="590967" y="1009942"/>
                </a:cubicBezTo>
                <a:cubicBezTo>
                  <a:pt x="1114697" y="915514"/>
                  <a:pt x="1222039" y="337140"/>
                  <a:pt x="1419028" y="163628"/>
                </a:cubicBezTo>
                <a:cubicBezTo>
                  <a:pt x="1518112" y="76872"/>
                  <a:pt x="1657891" y="148"/>
                  <a:pt x="18025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任意多边形: 形状 15" descr="e3176d8c-f32f-4699-a3a8-fb325df9df34"/>
          <p:cNvSpPr/>
          <p:nvPr/>
        </p:nvSpPr>
        <p:spPr>
          <a:xfrm>
            <a:off x="9802801" y="5183506"/>
            <a:ext cx="2384171" cy="1698637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 descr="ed928578-e6b5-4363-98b6-43136e6d72c5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 descr="3ebdd3cc-a97a-478d-b851-643ecc41577e"/>
          <p:cNvSpPr/>
          <p:nvPr/>
        </p:nvSpPr>
        <p:spPr>
          <a:xfrm rot="5400000" flipH="1" flipV="1">
            <a:off x="1149143" y="-1149142"/>
            <a:ext cx="1049086" cy="3347371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2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8" name="任意多边形: 形状 7" descr="eac094b8-e5d1-4fab-a396-cde6d09951a7"/>
          <p:cNvSpPr/>
          <p:nvPr/>
        </p:nvSpPr>
        <p:spPr bwMode="auto">
          <a:xfrm>
            <a:off x="9101546" y="0"/>
            <a:ext cx="2214562" cy="1409390"/>
          </a:xfrm>
          <a:custGeom>
            <a:avLst/>
            <a:gdLst>
              <a:gd name="T0" fmla="*/ 166 w 2068"/>
              <a:gd name="T1" fmla="*/ 0 h 1315"/>
              <a:gd name="T2" fmla="*/ 439 w 2068"/>
              <a:gd name="T3" fmla="*/ 437 h 1315"/>
              <a:gd name="T4" fmla="*/ 1259 w 2068"/>
              <a:gd name="T5" fmla="*/ 1019 h 1315"/>
              <a:gd name="T6" fmla="*/ 1912 w 2068"/>
              <a:gd name="T7" fmla="*/ 694 h 1315"/>
              <a:gd name="T8" fmla="*/ 2068 w 2068"/>
              <a:gd name="T9" fmla="*/ 0 h 1315"/>
              <a:gd name="T10" fmla="*/ 166 w 2068"/>
              <a:gd name="T11" fmla="*/ 0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8" h="1315">
                <a:moveTo>
                  <a:pt x="166" y="0"/>
                </a:moveTo>
                <a:cubicBezTo>
                  <a:pt x="166" y="0"/>
                  <a:pt x="0" y="285"/>
                  <a:pt x="439" y="437"/>
                </a:cubicBezTo>
                <a:cubicBezTo>
                  <a:pt x="877" y="588"/>
                  <a:pt x="961" y="724"/>
                  <a:pt x="1259" y="1019"/>
                </a:cubicBezTo>
                <a:cubicBezTo>
                  <a:pt x="1557" y="1315"/>
                  <a:pt x="2027" y="968"/>
                  <a:pt x="1912" y="694"/>
                </a:cubicBezTo>
                <a:cubicBezTo>
                  <a:pt x="1797" y="420"/>
                  <a:pt x="2068" y="0"/>
                  <a:pt x="2068" y="0"/>
                </a:cubicBezTo>
                <a:lnTo>
                  <a:pt x="1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9" name="任意多边形: 形状 8" descr="397afeb2-111f-4550-a5f8-9873f1529f2b"/>
          <p:cNvSpPr/>
          <p:nvPr/>
        </p:nvSpPr>
        <p:spPr bwMode="auto">
          <a:xfrm>
            <a:off x="10308656" y="0"/>
            <a:ext cx="1883343" cy="1475297"/>
          </a:xfrm>
          <a:custGeom>
            <a:avLst/>
            <a:gdLst>
              <a:gd name="T0" fmla="*/ 566 w 2162"/>
              <a:gd name="T1" fmla="*/ 0 h 1693"/>
              <a:gd name="T2" fmla="*/ 445 w 2162"/>
              <a:gd name="T3" fmla="*/ 1063 h 1693"/>
              <a:gd name="T4" fmla="*/ 1572 w 2162"/>
              <a:gd name="T5" fmla="*/ 1375 h 1693"/>
              <a:gd name="T6" fmla="*/ 2162 w 2162"/>
              <a:gd name="T7" fmla="*/ 1675 h 1693"/>
              <a:gd name="T8" fmla="*/ 2162 w 2162"/>
              <a:gd name="T9" fmla="*/ 0 h 1693"/>
              <a:gd name="T10" fmla="*/ 566 w 2162"/>
              <a:gd name="T11" fmla="*/ 0 h 1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2" h="1693">
                <a:moveTo>
                  <a:pt x="566" y="0"/>
                </a:moveTo>
                <a:cubicBezTo>
                  <a:pt x="566" y="0"/>
                  <a:pt x="0" y="542"/>
                  <a:pt x="445" y="1063"/>
                </a:cubicBezTo>
                <a:cubicBezTo>
                  <a:pt x="810" y="1490"/>
                  <a:pt x="1284" y="1098"/>
                  <a:pt x="1572" y="1375"/>
                </a:cubicBezTo>
                <a:cubicBezTo>
                  <a:pt x="1904" y="1693"/>
                  <a:pt x="2162" y="1675"/>
                  <a:pt x="2162" y="1675"/>
                </a:cubicBezTo>
                <a:cubicBezTo>
                  <a:pt x="2162" y="0"/>
                  <a:pt x="2162" y="0"/>
                  <a:pt x="2162" y="0"/>
                </a:cubicBezTo>
                <a:lnTo>
                  <a:pt x="5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2" name="任意多边形: 形状 11" descr="df780737-9150-48af-a3f0-b52b86f480c4"/>
          <p:cNvSpPr/>
          <p:nvPr/>
        </p:nvSpPr>
        <p:spPr>
          <a:xfrm rot="17692774">
            <a:off x="10500383" y="461797"/>
            <a:ext cx="1160603" cy="1163782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 descr="b33a8b6c-405f-467d-a89f-5381ae7fa66b"/>
          <p:cNvSpPr/>
          <p:nvPr/>
        </p:nvSpPr>
        <p:spPr bwMode="auto">
          <a:xfrm>
            <a:off x="11109175" y="4743450"/>
            <a:ext cx="1082825" cy="1766888"/>
          </a:xfrm>
          <a:custGeom>
            <a:avLst/>
            <a:gdLst>
              <a:gd name="T0" fmla="*/ 812 w 812"/>
              <a:gd name="T1" fmla="*/ 0 h 1324"/>
              <a:gd name="T2" fmla="*/ 216 w 812"/>
              <a:gd name="T3" fmla="*/ 331 h 1324"/>
              <a:gd name="T4" fmla="*/ 812 w 812"/>
              <a:gd name="T5" fmla="*/ 1288 h 1324"/>
              <a:gd name="T6" fmla="*/ 812 w 812"/>
              <a:gd name="T7" fmla="*/ 0 h 1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12" h="1324">
                <a:moveTo>
                  <a:pt x="812" y="0"/>
                </a:moveTo>
                <a:cubicBezTo>
                  <a:pt x="812" y="0"/>
                  <a:pt x="397" y="112"/>
                  <a:pt x="216" y="331"/>
                </a:cubicBezTo>
                <a:cubicBezTo>
                  <a:pt x="0" y="593"/>
                  <a:pt x="269" y="1324"/>
                  <a:pt x="812" y="1288"/>
                </a:cubicBezTo>
                <a:lnTo>
                  <a:pt x="8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任意多边形: 形状 15" descr="41ab61de-e260-4f1b-bf54-fdf8eb490d60"/>
          <p:cNvSpPr/>
          <p:nvPr/>
        </p:nvSpPr>
        <p:spPr>
          <a:xfrm>
            <a:off x="9938342" y="5207406"/>
            <a:ext cx="2253658" cy="1650594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 descr="94d13ad9-2db9-47e9-a4be-3d0647a1da0f"/>
          <p:cNvSpPr/>
          <p:nvPr/>
        </p:nvSpPr>
        <p:spPr>
          <a:xfrm rot="2182719">
            <a:off x="996958" y="6075637"/>
            <a:ext cx="1696065" cy="1390235"/>
          </a:xfrm>
          <a:custGeom>
            <a:avLst/>
            <a:gdLst>
              <a:gd name="connsiteX0" fmla="*/ 28187 w 2422572"/>
              <a:gd name="connsiteY0" fmla="*/ 1850357 h 1985741"/>
              <a:gd name="connsiteX1" fmla="*/ 271186 w 2422572"/>
              <a:gd name="connsiteY1" fmla="*/ 1850357 h 1985741"/>
              <a:gd name="connsiteX2" fmla="*/ 87413 w 2422572"/>
              <a:gd name="connsiteY2" fmla="*/ 1985741 h 1985741"/>
              <a:gd name="connsiteX3" fmla="*/ 60488 w 2422572"/>
              <a:gd name="connsiteY3" fmla="*/ 1985741 h 1985741"/>
              <a:gd name="connsiteX4" fmla="*/ 41288 w 2422572"/>
              <a:gd name="connsiteY4" fmla="*/ 1919977 h 1985741"/>
              <a:gd name="connsiteX5" fmla="*/ 92 w 2422572"/>
              <a:gd name="connsiteY5" fmla="*/ 1609037 h 1985741"/>
              <a:gd name="connsiteX6" fmla="*/ 598760 w 2422572"/>
              <a:gd name="connsiteY6" fmla="*/ 1609037 h 1985741"/>
              <a:gd name="connsiteX7" fmla="*/ 414987 w 2422572"/>
              <a:gd name="connsiteY7" fmla="*/ 1744420 h 1985741"/>
              <a:gd name="connsiteX8" fmla="*/ 10932 w 2422572"/>
              <a:gd name="connsiteY8" fmla="*/ 1744420 h 1985741"/>
              <a:gd name="connsiteX9" fmla="*/ 0 w 2422572"/>
              <a:gd name="connsiteY9" fmla="*/ 1621911 h 1985741"/>
              <a:gd name="connsiteX10" fmla="*/ 11311 w 2422572"/>
              <a:gd name="connsiteY10" fmla="*/ 1372963 h 1985741"/>
              <a:gd name="connsiteX11" fmla="*/ 919213 w 2422572"/>
              <a:gd name="connsiteY11" fmla="*/ 1372963 h 1985741"/>
              <a:gd name="connsiteX12" fmla="*/ 735440 w 2422572"/>
              <a:gd name="connsiteY12" fmla="*/ 1508346 h 1985741"/>
              <a:gd name="connsiteX13" fmla="*/ 812 w 2422572"/>
              <a:gd name="connsiteY13" fmla="*/ 1508346 h 1985741"/>
              <a:gd name="connsiteX14" fmla="*/ 1071 w 2422572"/>
              <a:gd name="connsiteY14" fmla="*/ 1472253 h 1985741"/>
              <a:gd name="connsiteX15" fmla="*/ 58720 w 2422572"/>
              <a:gd name="connsiteY15" fmla="*/ 1134493 h 1985741"/>
              <a:gd name="connsiteX16" fmla="*/ 1242919 w 2422572"/>
              <a:gd name="connsiteY16" fmla="*/ 1134492 h 1985741"/>
              <a:gd name="connsiteX17" fmla="*/ 1059145 w 2422572"/>
              <a:gd name="connsiteY17" fmla="*/ 1269876 h 1985741"/>
              <a:gd name="connsiteX18" fmla="*/ 27193 w 2422572"/>
              <a:gd name="connsiteY18" fmla="*/ 1269876 h 1985741"/>
              <a:gd name="connsiteX19" fmla="*/ 45812 w 2422572"/>
              <a:gd name="connsiteY19" fmla="*/ 1177156 h 1985741"/>
              <a:gd name="connsiteX20" fmla="*/ 145820 w 2422572"/>
              <a:gd name="connsiteY20" fmla="*/ 896021 h 1985741"/>
              <a:gd name="connsiteX21" fmla="*/ 1566625 w 2422572"/>
              <a:gd name="connsiteY21" fmla="*/ 896022 h 1985741"/>
              <a:gd name="connsiteX22" fmla="*/ 1382852 w 2422572"/>
              <a:gd name="connsiteY22" fmla="*/ 1031405 h 1985741"/>
              <a:gd name="connsiteX23" fmla="*/ 90179 w 2422572"/>
              <a:gd name="connsiteY23" fmla="*/ 1031405 h 1985741"/>
              <a:gd name="connsiteX24" fmla="*/ 285771 w 2422572"/>
              <a:gd name="connsiteY24" fmla="*/ 657549 h 1985741"/>
              <a:gd name="connsiteX25" fmla="*/ 1890334 w 2422572"/>
              <a:gd name="connsiteY25" fmla="*/ 657549 h 1985741"/>
              <a:gd name="connsiteX26" fmla="*/ 1706560 w 2422572"/>
              <a:gd name="connsiteY26" fmla="*/ 792933 h 1985741"/>
              <a:gd name="connsiteX27" fmla="*/ 200280 w 2422572"/>
              <a:gd name="connsiteY27" fmla="*/ 792933 h 1985741"/>
              <a:gd name="connsiteX28" fmla="*/ 216936 w 2422572"/>
              <a:gd name="connsiteY28" fmla="*/ 761475 h 1985741"/>
              <a:gd name="connsiteX29" fmla="*/ 1049862 w 2422572"/>
              <a:gd name="connsiteY29" fmla="*/ 84310 h 1985741"/>
              <a:gd name="connsiteX30" fmla="*/ 1192776 w 2422572"/>
              <a:gd name="connsiteY30" fmla="*/ 42585 h 1985741"/>
              <a:gd name="connsiteX31" fmla="*/ 1935597 w 2422572"/>
              <a:gd name="connsiteY31" fmla="*/ 47111 h 1985741"/>
              <a:gd name="connsiteX32" fmla="*/ 2058556 w 2422572"/>
              <a:gd name="connsiteY32" fmla="*/ 84311 h 1985741"/>
              <a:gd name="connsiteX33" fmla="*/ 489444 w 2422572"/>
              <a:gd name="connsiteY33" fmla="*/ 423898 h 1985741"/>
              <a:gd name="connsiteX34" fmla="*/ 2207498 w 2422572"/>
              <a:gd name="connsiteY34" fmla="*/ 423898 h 1985741"/>
              <a:gd name="connsiteX35" fmla="*/ 2023725 w 2422572"/>
              <a:gd name="connsiteY35" fmla="*/ 559281 h 1985741"/>
              <a:gd name="connsiteX36" fmla="*/ 362385 w 2422572"/>
              <a:gd name="connsiteY36" fmla="*/ 559282 h 1985741"/>
              <a:gd name="connsiteX37" fmla="*/ 398424 w 2422572"/>
              <a:gd name="connsiteY37" fmla="*/ 515095 h 1985741"/>
              <a:gd name="connsiteX38" fmla="*/ 632287 w 2422572"/>
              <a:gd name="connsiteY38" fmla="*/ 303523 h 1985741"/>
              <a:gd name="connsiteX39" fmla="*/ 765218 w 2422572"/>
              <a:gd name="connsiteY39" fmla="*/ 215579 h 1985741"/>
              <a:gd name="connsiteX40" fmla="*/ 813467 w 2422572"/>
              <a:gd name="connsiteY40" fmla="*/ 190246 h 1985741"/>
              <a:gd name="connsiteX41" fmla="*/ 2298419 w 2422572"/>
              <a:gd name="connsiteY41" fmla="*/ 190246 h 1985741"/>
              <a:gd name="connsiteX42" fmla="*/ 2351278 w 2422572"/>
              <a:gd name="connsiteY42" fmla="*/ 218234 h 1985741"/>
              <a:gd name="connsiteX43" fmla="*/ 2422572 w 2422572"/>
              <a:gd name="connsiteY43" fmla="*/ 265455 h 1985741"/>
              <a:gd name="connsiteX44" fmla="*/ 2340890 w 2422572"/>
              <a:gd name="connsiteY44" fmla="*/ 325630 h 1985741"/>
              <a:gd name="connsiteX45" fmla="*/ 605249 w 2422572"/>
              <a:gd name="connsiteY45" fmla="*/ 325630 h 198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422572" h="1985741">
                <a:moveTo>
                  <a:pt x="28187" y="1850357"/>
                </a:moveTo>
                <a:lnTo>
                  <a:pt x="271186" y="1850357"/>
                </a:lnTo>
                <a:lnTo>
                  <a:pt x="87413" y="1985741"/>
                </a:lnTo>
                <a:lnTo>
                  <a:pt x="60488" y="1985741"/>
                </a:lnTo>
                <a:lnTo>
                  <a:pt x="41288" y="1919977"/>
                </a:lnTo>
                <a:close/>
                <a:moveTo>
                  <a:pt x="92" y="1609037"/>
                </a:moveTo>
                <a:lnTo>
                  <a:pt x="598760" y="1609037"/>
                </a:lnTo>
                <a:lnTo>
                  <a:pt x="414987" y="1744420"/>
                </a:lnTo>
                <a:lnTo>
                  <a:pt x="10932" y="1744420"/>
                </a:lnTo>
                <a:lnTo>
                  <a:pt x="0" y="1621911"/>
                </a:lnTo>
                <a:close/>
                <a:moveTo>
                  <a:pt x="11311" y="1372963"/>
                </a:moveTo>
                <a:lnTo>
                  <a:pt x="919213" y="1372963"/>
                </a:lnTo>
                <a:lnTo>
                  <a:pt x="735440" y="1508346"/>
                </a:lnTo>
                <a:lnTo>
                  <a:pt x="812" y="1508346"/>
                </a:lnTo>
                <a:lnTo>
                  <a:pt x="1071" y="1472253"/>
                </a:lnTo>
                <a:close/>
                <a:moveTo>
                  <a:pt x="58720" y="1134493"/>
                </a:moveTo>
                <a:lnTo>
                  <a:pt x="1242919" y="1134492"/>
                </a:lnTo>
                <a:lnTo>
                  <a:pt x="1059145" y="1269876"/>
                </a:lnTo>
                <a:lnTo>
                  <a:pt x="27193" y="1269876"/>
                </a:lnTo>
                <a:lnTo>
                  <a:pt x="45812" y="1177156"/>
                </a:lnTo>
                <a:close/>
                <a:moveTo>
                  <a:pt x="145820" y="896021"/>
                </a:moveTo>
                <a:lnTo>
                  <a:pt x="1566625" y="896022"/>
                </a:lnTo>
                <a:lnTo>
                  <a:pt x="1382852" y="1031405"/>
                </a:lnTo>
                <a:lnTo>
                  <a:pt x="90179" y="1031405"/>
                </a:lnTo>
                <a:close/>
                <a:moveTo>
                  <a:pt x="285771" y="657549"/>
                </a:moveTo>
                <a:lnTo>
                  <a:pt x="1890334" y="657549"/>
                </a:lnTo>
                <a:lnTo>
                  <a:pt x="1706560" y="792933"/>
                </a:lnTo>
                <a:lnTo>
                  <a:pt x="200280" y="792933"/>
                </a:lnTo>
                <a:lnTo>
                  <a:pt x="216936" y="761475"/>
                </a:lnTo>
                <a:close/>
                <a:moveTo>
                  <a:pt x="1049862" y="84310"/>
                </a:moveTo>
                <a:lnTo>
                  <a:pt x="1192776" y="42585"/>
                </a:lnTo>
                <a:cubicBezTo>
                  <a:pt x="1438645" y="-16225"/>
                  <a:pt x="1693851" y="-13565"/>
                  <a:pt x="1935597" y="47111"/>
                </a:cubicBezTo>
                <a:lnTo>
                  <a:pt x="2058556" y="84311"/>
                </a:lnTo>
                <a:close/>
                <a:moveTo>
                  <a:pt x="489444" y="423898"/>
                </a:moveTo>
                <a:lnTo>
                  <a:pt x="2207498" y="423898"/>
                </a:lnTo>
                <a:lnTo>
                  <a:pt x="2023725" y="559281"/>
                </a:lnTo>
                <a:lnTo>
                  <a:pt x="362385" y="559282"/>
                </a:lnTo>
                <a:lnTo>
                  <a:pt x="398424" y="515095"/>
                </a:lnTo>
                <a:close/>
                <a:moveTo>
                  <a:pt x="632287" y="303523"/>
                </a:moveTo>
                <a:cubicBezTo>
                  <a:pt x="675555" y="271649"/>
                  <a:pt x="719926" y="242343"/>
                  <a:pt x="765218" y="215579"/>
                </a:cubicBezTo>
                <a:lnTo>
                  <a:pt x="813467" y="190246"/>
                </a:lnTo>
                <a:lnTo>
                  <a:pt x="2298419" y="190246"/>
                </a:lnTo>
                <a:lnTo>
                  <a:pt x="2351278" y="218234"/>
                </a:lnTo>
                <a:lnTo>
                  <a:pt x="2422572" y="265455"/>
                </a:lnTo>
                <a:lnTo>
                  <a:pt x="2340890" y="325630"/>
                </a:lnTo>
                <a:lnTo>
                  <a:pt x="605249" y="3256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 descr="8af7956b-c953-4595-93f1-93a3023dbe1b"/>
          <p:cNvSpPr>
            <a:spLocks noGrp="1"/>
          </p:cNvSpPr>
          <p:nvPr>
            <p:ph type="title" hasCustomPrompt="1"/>
          </p:nvPr>
        </p:nvSpPr>
        <p:spPr>
          <a:xfrm>
            <a:off x="1199950" y="1362244"/>
            <a:ext cx="9792102" cy="2341589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 descr="3e061aa8-8a2f-4995-a093-afdece027c95"/>
          <p:cNvSpPr>
            <a:spLocks noGrp="1"/>
          </p:cNvSpPr>
          <p:nvPr>
            <p:ph type="body" idx="1" hasCustomPrompt="1"/>
          </p:nvPr>
        </p:nvSpPr>
        <p:spPr>
          <a:xfrm>
            <a:off x="1199950" y="3865613"/>
            <a:ext cx="9792102" cy="121047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 descr="ebaa0667-f58d-4c64-b788-d67d9388f55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3395ccd0-94b4-482c-8e61-60223672a2c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d91e5789-f564-4a7a-8649-88f9a1d2f9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sp>
        <p:nvSpPr>
          <p:cNvPr id="18" name="任意多边形: 形状 17" descr="1f0cad4c-e9a8-451d-a9f3-0ba7fa3e2349"/>
          <p:cNvSpPr/>
          <p:nvPr/>
        </p:nvSpPr>
        <p:spPr>
          <a:xfrm>
            <a:off x="1" y="2"/>
            <a:ext cx="1432559" cy="1789521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 descr="7b59273a-00f1-49c0-8d8b-5763b05326ff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6" grpId="0" bldLvl="0" animBg="1"/>
      <p:bldP spid="17" grpId="0" bldLvl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457fe7e-c8ec-455f-b1c4-b6027bdb496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a9d507c7-6ba8-4c98-b7b6-c0cb435645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bfdeb939-bcde-4c04-8061-7898cd5c95d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232b4d39-6574-40f8-87a6-024a0ecded0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9df91670-5312-447b-9de0-3e851847301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587d7b20-38bf-4fa9-9064-928d64797f0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d4a20467-9966-42dd-8855-18ed9f9613a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c2fa812-e242-4cd4-9ea9-2bec8fbb4102"/>
          <p:cNvSpPr>
            <a:spLocks noGrp="1"/>
          </p:cNvSpPr>
          <p:nvPr>
            <p:ph type="title" hasCustomPrompt="1"/>
          </p:nvPr>
        </p:nvSpPr>
        <p:spPr>
          <a:xfrm>
            <a:off x="660400" y="2402247"/>
            <a:ext cx="10858500" cy="13716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ade440b2-37a3-48a4-a85e-7c5b01e4aa22"/>
          <p:cNvSpPr>
            <a:spLocks noGrp="1"/>
          </p:cNvSpPr>
          <p:nvPr>
            <p:ph type="body" sz="quarter" idx="13" hasCustomPrompt="1"/>
          </p:nvPr>
        </p:nvSpPr>
        <p:spPr>
          <a:xfrm>
            <a:off x="3944511" y="4231298"/>
            <a:ext cx="1919043" cy="4931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endParaRPr lang="en-US" dirty="0"/>
          </a:p>
        </p:txBody>
      </p:sp>
      <p:sp>
        <p:nvSpPr>
          <p:cNvPr id="5" name="文本占位符 4" descr="7f2d85a2-5c49-44b8-aabf-443138952a28"/>
          <p:cNvSpPr>
            <a:spLocks noGrp="1"/>
          </p:cNvSpPr>
          <p:nvPr>
            <p:ph type="body" sz="quarter" idx="14" hasCustomPrompt="1"/>
          </p:nvPr>
        </p:nvSpPr>
        <p:spPr>
          <a:xfrm>
            <a:off x="6362515" y="4231298"/>
            <a:ext cx="1919043" cy="4931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  <p:sp>
        <p:nvSpPr>
          <p:cNvPr id="7" name="任意多边形: 形状 6" descr="6172785a-a739-43f1-b5f0-a47f6e2a0b97"/>
          <p:cNvSpPr/>
          <p:nvPr/>
        </p:nvSpPr>
        <p:spPr bwMode="auto">
          <a:xfrm>
            <a:off x="9101546" y="0"/>
            <a:ext cx="2214562" cy="1409390"/>
          </a:xfrm>
          <a:custGeom>
            <a:avLst/>
            <a:gdLst>
              <a:gd name="T0" fmla="*/ 166 w 2068"/>
              <a:gd name="T1" fmla="*/ 0 h 1315"/>
              <a:gd name="T2" fmla="*/ 439 w 2068"/>
              <a:gd name="T3" fmla="*/ 437 h 1315"/>
              <a:gd name="T4" fmla="*/ 1259 w 2068"/>
              <a:gd name="T5" fmla="*/ 1019 h 1315"/>
              <a:gd name="T6" fmla="*/ 1912 w 2068"/>
              <a:gd name="T7" fmla="*/ 694 h 1315"/>
              <a:gd name="T8" fmla="*/ 2068 w 2068"/>
              <a:gd name="T9" fmla="*/ 0 h 1315"/>
              <a:gd name="T10" fmla="*/ 166 w 2068"/>
              <a:gd name="T11" fmla="*/ 0 h 1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68" h="1315">
                <a:moveTo>
                  <a:pt x="166" y="0"/>
                </a:moveTo>
                <a:cubicBezTo>
                  <a:pt x="166" y="0"/>
                  <a:pt x="0" y="285"/>
                  <a:pt x="439" y="437"/>
                </a:cubicBezTo>
                <a:cubicBezTo>
                  <a:pt x="877" y="588"/>
                  <a:pt x="961" y="724"/>
                  <a:pt x="1259" y="1019"/>
                </a:cubicBezTo>
                <a:cubicBezTo>
                  <a:pt x="1557" y="1315"/>
                  <a:pt x="2027" y="968"/>
                  <a:pt x="1912" y="694"/>
                </a:cubicBezTo>
                <a:cubicBezTo>
                  <a:pt x="1797" y="420"/>
                  <a:pt x="2068" y="0"/>
                  <a:pt x="2068" y="0"/>
                </a:cubicBezTo>
                <a:lnTo>
                  <a:pt x="1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0" name="任意多边形: 形状 9" descr="5ecd8de1-1d62-4375-a162-f1bc5c47682b"/>
          <p:cNvSpPr/>
          <p:nvPr/>
        </p:nvSpPr>
        <p:spPr bwMode="auto">
          <a:xfrm>
            <a:off x="10308656" y="0"/>
            <a:ext cx="1883343" cy="1475297"/>
          </a:xfrm>
          <a:custGeom>
            <a:avLst/>
            <a:gdLst>
              <a:gd name="T0" fmla="*/ 566 w 2162"/>
              <a:gd name="T1" fmla="*/ 0 h 1693"/>
              <a:gd name="T2" fmla="*/ 445 w 2162"/>
              <a:gd name="T3" fmla="*/ 1063 h 1693"/>
              <a:gd name="T4" fmla="*/ 1572 w 2162"/>
              <a:gd name="T5" fmla="*/ 1375 h 1693"/>
              <a:gd name="T6" fmla="*/ 2162 w 2162"/>
              <a:gd name="T7" fmla="*/ 1675 h 1693"/>
              <a:gd name="T8" fmla="*/ 2162 w 2162"/>
              <a:gd name="T9" fmla="*/ 0 h 1693"/>
              <a:gd name="T10" fmla="*/ 566 w 2162"/>
              <a:gd name="T11" fmla="*/ 0 h 16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2" h="1693">
                <a:moveTo>
                  <a:pt x="566" y="0"/>
                </a:moveTo>
                <a:cubicBezTo>
                  <a:pt x="566" y="0"/>
                  <a:pt x="0" y="542"/>
                  <a:pt x="445" y="1063"/>
                </a:cubicBezTo>
                <a:cubicBezTo>
                  <a:pt x="810" y="1490"/>
                  <a:pt x="1284" y="1098"/>
                  <a:pt x="1572" y="1375"/>
                </a:cubicBezTo>
                <a:cubicBezTo>
                  <a:pt x="1904" y="1693"/>
                  <a:pt x="2162" y="1675"/>
                  <a:pt x="2162" y="1675"/>
                </a:cubicBezTo>
                <a:cubicBezTo>
                  <a:pt x="2162" y="0"/>
                  <a:pt x="2162" y="0"/>
                  <a:pt x="2162" y="0"/>
                </a:cubicBezTo>
                <a:lnTo>
                  <a:pt x="5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6" name="任意多边形: 形状 5" descr="8494cb60-ce3b-46c5-916c-c58df44bcc7e"/>
          <p:cNvSpPr/>
          <p:nvPr/>
        </p:nvSpPr>
        <p:spPr>
          <a:xfrm rot="21419731">
            <a:off x="-53310" y="4769131"/>
            <a:ext cx="1067679" cy="2118306"/>
          </a:xfrm>
          <a:custGeom>
            <a:avLst/>
            <a:gdLst>
              <a:gd name="connsiteX0" fmla="*/ 108241 w 1067679"/>
              <a:gd name="connsiteY0" fmla="*/ 0 h 2118306"/>
              <a:gd name="connsiteX1" fmla="*/ 148080 w 1067679"/>
              <a:gd name="connsiteY1" fmla="*/ 24204 h 2118306"/>
              <a:gd name="connsiteX2" fmla="*/ 456769 w 1067679"/>
              <a:gd name="connsiteY2" fmla="*/ 278897 h 2118306"/>
              <a:gd name="connsiteX3" fmla="*/ 1067679 w 1067679"/>
              <a:gd name="connsiteY3" fmla="*/ 1753763 h 2118306"/>
              <a:gd name="connsiteX4" fmla="*/ 1067679 w 1067679"/>
              <a:gd name="connsiteY4" fmla="*/ 2118306 h 2118306"/>
              <a:gd name="connsiteX5" fmla="*/ 0 w 1067679"/>
              <a:gd name="connsiteY5" fmla="*/ 2062268 h 211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7679" h="2118306">
                <a:moveTo>
                  <a:pt x="108241" y="0"/>
                </a:moveTo>
                <a:lnTo>
                  <a:pt x="148080" y="24204"/>
                </a:lnTo>
                <a:cubicBezTo>
                  <a:pt x="259044" y="99170"/>
                  <a:pt x="362407" y="184533"/>
                  <a:pt x="456769" y="278897"/>
                </a:cubicBezTo>
                <a:cubicBezTo>
                  <a:pt x="834221" y="656347"/>
                  <a:pt x="1067679" y="1177792"/>
                  <a:pt x="1067679" y="1753763"/>
                </a:cubicBezTo>
                <a:lnTo>
                  <a:pt x="1067679" y="2118306"/>
                </a:lnTo>
                <a:lnTo>
                  <a:pt x="0" y="2062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任意多边形: 形状 13" descr="7c8a6d3a-0832-40f9-a462-8d03e24cd9b9"/>
          <p:cNvSpPr/>
          <p:nvPr/>
        </p:nvSpPr>
        <p:spPr>
          <a:xfrm rot="17692774">
            <a:off x="10500383" y="461797"/>
            <a:ext cx="1160603" cy="1163782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 descr="071af400-6fb8-4e2a-816e-385cb4fd6d11"/>
          <p:cNvGrpSpPr/>
          <p:nvPr/>
        </p:nvGrpSpPr>
        <p:grpSpPr>
          <a:xfrm>
            <a:off x="331515" y="5269090"/>
            <a:ext cx="4011888" cy="1588912"/>
            <a:chOff x="331515" y="5269090"/>
            <a:chExt cx="4011888" cy="1588912"/>
          </a:xfrm>
        </p:grpSpPr>
        <p:sp>
          <p:nvSpPr>
            <p:cNvPr id="16" name="任意多边形: 形状 15" descr="8214cb6f-22b4-4536-9930-c5523ca2fe3f"/>
            <p:cNvSpPr/>
            <p:nvPr/>
          </p:nvSpPr>
          <p:spPr>
            <a:xfrm rot="16200000" flipH="1">
              <a:off x="1708783" y="4223383"/>
              <a:ext cx="1257351" cy="4011888"/>
            </a:xfrm>
            <a:custGeom>
              <a:avLst/>
              <a:gdLst>
                <a:gd name="connsiteX0" fmla="*/ 824558 w 824557"/>
                <a:gd name="connsiteY0" fmla="*/ 45975 h 2519381"/>
                <a:gd name="connsiteX1" fmla="*/ 480913 w 824557"/>
                <a:gd name="connsiteY1" fmla="*/ 7106 h 2519381"/>
                <a:gd name="connsiteX2" fmla="*/ 324265 w 824557"/>
                <a:gd name="connsiteY2" fmla="*/ 1063707 h 2519381"/>
                <a:gd name="connsiteX3" fmla="*/ 660296 w 824557"/>
                <a:gd name="connsiteY3" fmla="*/ 2435307 h 2519381"/>
                <a:gd name="connsiteX4" fmla="*/ 824558 w 824557"/>
                <a:gd name="connsiteY4" fmla="*/ 2519382 h 2519381"/>
                <a:gd name="connsiteX5" fmla="*/ 824558 w 824557"/>
                <a:gd name="connsiteY5" fmla="*/ 45975 h 251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4557" h="2519381">
                  <a:moveTo>
                    <a:pt x="824558" y="45975"/>
                  </a:moveTo>
                  <a:cubicBezTo>
                    <a:pt x="721155" y="5456"/>
                    <a:pt x="606997" y="-10518"/>
                    <a:pt x="480913" y="7106"/>
                  </a:cubicBezTo>
                  <a:cubicBezTo>
                    <a:pt x="115383" y="58169"/>
                    <a:pt x="-307065" y="681512"/>
                    <a:pt x="324265" y="1063707"/>
                  </a:cubicBezTo>
                  <a:cubicBezTo>
                    <a:pt x="1170759" y="1576087"/>
                    <a:pt x="126245" y="1987620"/>
                    <a:pt x="660296" y="2435307"/>
                  </a:cubicBezTo>
                  <a:cubicBezTo>
                    <a:pt x="707418" y="2474815"/>
                    <a:pt x="763326" y="2502609"/>
                    <a:pt x="824558" y="2519382"/>
                  </a:cubicBezTo>
                  <a:lnTo>
                    <a:pt x="824558" y="45975"/>
                  </a:lnTo>
                  <a:close/>
                </a:path>
              </a:pathLst>
            </a:custGeom>
            <a:solidFill>
              <a:schemeClr val="accent2"/>
            </a:solidFill>
            <a:ln w="531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思源宋体 CN Heavy" panose="02020900000000000000" pitchFamily="18" charset="-122"/>
              </a:endParaRPr>
            </a:p>
          </p:txBody>
        </p:sp>
        <p:sp>
          <p:nvSpPr>
            <p:cNvPr id="17" name="任意多边形: 形状 16" descr="7f6173bd-dd83-473f-bfd0-972da684f407"/>
            <p:cNvSpPr/>
            <p:nvPr/>
          </p:nvSpPr>
          <p:spPr>
            <a:xfrm rot="17692774">
              <a:off x="798454" y="5317406"/>
              <a:ext cx="820664" cy="822912"/>
            </a:xfrm>
            <a:custGeom>
              <a:avLst/>
              <a:gdLst>
                <a:gd name="connsiteX0" fmla="*/ 1114884 w 1160603"/>
                <a:gd name="connsiteY0" fmla="*/ 352481 h 1163782"/>
                <a:gd name="connsiteX1" fmla="*/ 1116464 w 1160603"/>
                <a:gd name="connsiteY1" fmla="*/ 355393 h 1163782"/>
                <a:gd name="connsiteX2" fmla="*/ 1150370 w 1160603"/>
                <a:gd name="connsiteY2" fmla="*/ 464620 h 1163782"/>
                <a:gd name="connsiteX3" fmla="*/ 1160603 w 1160603"/>
                <a:gd name="connsiteY3" fmla="*/ 566129 h 1163782"/>
                <a:gd name="connsiteX4" fmla="*/ 1160603 w 1160603"/>
                <a:gd name="connsiteY4" fmla="*/ 597654 h 1163782"/>
                <a:gd name="connsiteX5" fmla="*/ 1150370 w 1160603"/>
                <a:gd name="connsiteY5" fmla="*/ 699163 h 1163782"/>
                <a:gd name="connsiteX6" fmla="*/ 1116464 w 1160603"/>
                <a:gd name="connsiteY6" fmla="*/ 808389 h 1163782"/>
                <a:gd name="connsiteX7" fmla="*/ 1114884 w 1160603"/>
                <a:gd name="connsiteY7" fmla="*/ 811301 h 1163782"/>
                <a:gd name="connsiteX8" fmla="*/ 45719 w 1160603"/>
                <a:gd name="connsiteY8" fmla="*/ 352480 h 1163782"/>
                <a:gd name="connsiteX9" fmla="*/ 45719 w 1160603"/>
                <a:gd name="connsiteY9" fmla="*/ 811303 h 1163782"/>
                <a:gd name="connsiteX10" fmla="*/ 44138 w 1160603"/>
                <a:gd name="connsiteY10" fmla="*/ 808389 h 1163782"/>
                <a:gd name="connsiteX11" fmla="*/ 10232 w 1160603"/>
                <a:gd name="connsiteY11" fmla="*/ 699163 h 1163782"/>
                <a:gd name="connsiteX12" fmla="*/ 0 w 1160603"/>
                <a:gd name="connsiteY12" fmla="*/ 597664 h 1163782"/>
                <a:gd name="connsiteX13" fmla="*/ 0 w 1160603"/>
                <a:gd name="connsiteY13" fmla="*/ 566119 h 1163782"/>
                <a:gd name="connsiteX14" fmla="*/ 10232 w 1160603"/>
                <a:gd name="connsiteY14" fmla="*/ 464620 h 1163782"/>
                <a:gd name="connsiteX15" fmla="*/ 44138 w 1160603"/>
                <a:gd name="connsiteY15" fmla="*/ 355393 h 1163782"/>
                <a:gd name="connsiteX16" fmla="*/ 1021977 w 1160603"/>
                <a:gd name="connsiteY16" fmla="*/ 207055 h 1163782"/>
                <a:gd name="connsiteX17" fmla="*/ 1062815 w 1160603"/>
                <a:gd name="connsiteY17" fmla="*/ 256550 h 1163782"/>
                <a:gd name="connsiteX18" fmla="*/ 1067696 w 1160603"/>
                <a:gd name="connsiteY18" fmla="*/ 265544 h 1163782"/>
                <a:gd name="connsiteX19" fmla="*/ 1067696 w 1160603"/>
                <a:gd name="connsiteY19" fmla="*/ 898238 h 1163782"/>
                <a:gd name="connsiteX20" fmla="*/ 1062815 w 1160603"/>
                <a:gd name="connsiteY20" fmla="*/ 907232 h 1163782"/>
                <a:gd name="connsiteX21" fmla="*/ 1021977 w 1160603"/>
                <a:gd name="connsiteY21" fmla="*/ 956727 h 1163782"/>
                <a:gd name="connsiteX22" fmla="*/ 138626 w 1160603"/>
                <a:gd name="connsiteY22" fmla="*/ 207054 h 1163782"/>
                <a:gd name="connsiteX23" fmla="*/ 138626 w 1160603"/>
                <a:gd name="connsiteY23" fmla="*/ 956728 h 1163782"/>
                <a:gd name="connsiteX24" fmla="*/ 97788 w 1160603"/>
                <a:gd name="connsiteY24" fmla="*/ 907232 h 1163782"/>
                <a:gd name="connsiteX25" fmla="*/ 92907 w 1160603"/>
                <a:gd name="connsiteY25" fmla="*/ 898240 h 1163782"/>
                <a:gd name="connsiteX26" fmla="*/ 92907 w 1160603"/>
                <a:gd name="connsiteY26" fmla="*/ 265542 h 1163782"/>
                <a:gd name="connsiteX27" fmla="*/ 97788 w 1160603"/>
                <a:gd name="connsiteY27" fmla="*/ 256550 h 1163782"/>
                <a:gd name="connsiteX28" fmla="*/ 929070 w 1160603"/>
                <a:gd name="connsiteY28" fmla="*/ 118708 h 1163782"/>
                <a:gd name="connsiteX29" fmla="*/ 974789 w 1160603"/>
                <a:gd name="connsiteY29" fmla="*/ 156429 h 1163782"/>
                <a:gd name="connsiteX30" fmla="*/ 974789 w 1160603"/>
                <a:gd name="connsiteY30" fmla="*/ 1007353 h 1163782"/>
                <a:gd name="connsiteX31" fmla="*/ 929070 w 1160603"/>
                <a:gd name="connsiteY31" fmla="*/ 1045074 h 1163782"/>
                <a:gd name="connsiteX32" fmla="*/ 231533 w 1160603"/>
                <a:gd name="connsiteY32" fmla="*/ 118707 h 1163782"/>
                <a:gd name="connsiteX33" fmla="*/ 231533 w 1160603"/>
                <a:gd name="connsiteY33" fmla="*/ 1045075 h 1163782"/>
                <a:gd name="connsiteX34" fmla="*/ 185814 w 1160603"/>
                <a:gd name="connsiteY34" fmla="*/ 1007354 h 1163782"/>
                <a:gd name="connsiteX35" fmla="*/ 185814 w 1160603"/>
                <a:gd name="connsiteY35" fmla="*/ 156428 h 1163782"/>
                <a:gd name="connsiteX36" fmla="*/ 836163 w 1160603"/>
                <a:gd name="connsiteY36" fmla="*/ 61666 h 1163782"/>
                <a:gd name="connsiteX37" fmla="*/ 881882 w 1160603"/>
                <a:gd name="connsiteY37" fmla="*/ 86481 h 1163782"/>
                <a:gd name="connsiteX38" fmla="*/ 881882 w 1160603"/>
                <a:gd name="connsiteY38" fmla="*/ 1077301 h 1163782"/>
                <a:gd name="connsiteX39" fmla="*/ 836163 w 1160603"/>
                <a:gd name="connsiteY39" fmla="*/ 1102116 h 1163782"/>
                <a:gd name="connsiteX40" fmla="*/ 324440 w 1160603"/>
                <a:gd name="connsiteY40" fmla="*/ 61665 h 1163782"/>
                <a:gd name="connsiteX41" fmla="*/ 324440 w 1160603"/>
                <a:gd name="connsiteY41" fmla="*/ 1102117 h 1163782"/>
                <a:gd name="connsiteX42" fmla="*/ 278721 w 1160603"/>
                <a:gd name="connsiteY42" fmla="*/ 1077301 h 1163782"/>
                <a:gd name="connsiteX43" fmla="*/ 278721 w 1160603"/>
                <a:gd name="connsiteY43" fmla="*/ 86481 h 1163782"/>
                <a:gd name="connsiteX44" fmla="*/ 743256 w 1160603"/>
                <a:gd name="connsiteY44" fmla="*/ 26003 h 1163782"/>
                <a:gd name="connsiteX45" fmla="*/ 788975 w 1160603"/>
                <a:gd name="connsiteY45" fmla="*/ 40195 h 1163782"/>
                <a:gd name="connsiteX46" fmla="*/ 788975 w 1160603"/>
                <a:gd name="connsiteY46" fmla="*/ 1123587 h 1163782"/>
                <a:gd name="connsiteX47" fmla="*/ 743256 w 1160603"/>
                <a:gd name="connsiteY47" fmla="*/ 1137779 h 1163782"/>
                <a:gd name="connsiteX48" fmla="*/ 417347 w 1160603"/>
                <a:gd name="connsiteY48" fmla="*/ 26003 h 1163782"/>
                <a:gd name="connsiteX49" fmla="*/ 417347 w 1160603"/>
                <a:gd name="connsiteY49" fmla="*/ 1137779 h 1163782"/>
                <a:gd name="connsiteX50" fmla="*/ 371628 w 1160603"/>
                <a:gd name="connsiteY50" fmla="*/ 1123588 h 1163782"/>
                <a:gd name="connsiteX51" fmla="*/ 371628 w 1160603"/>
                <a:gd name="connsiteY51" fmla="*/ 40195 h 1163782"/>
                <a:gd name="connsiteX52" fmla="*/ 650349 w 1160603"/>
                <a:gd name="connsiteY52" fmla="*/ 7062 h 1163782"/>
                <a:gd name="connsiteX53" fmla="*/ 696068 w 1160603"/>
                <a:gd name="connsiteY53" fmla="*/ 11670 h 1163782"/>
                <a:gd name="connsiteX54" fmla="*/ 696068 w 1160603"/>
                <a:gd name="connsiteY54" fmla="*/ 1152112 h 1163782"/>
                <a:gd name="connsiteX55" fmla="*/ 650349 w 1160603"/>
                <a:gd name="connsiteY55" fmla="*/ 1156721 h 1163782"/>
                <a:gd name="connsiteX56" fmla="*/ 510254 w 1160603"/>
                <a:gd name="connsiteY56" fmla="*/ 7061 h 1163782"/>
                <a:gd name="connsiteX57" fmla="*/ 510254 w 1160603"/>
                <a:gd name="connsiteY57" fmla="*/ 1156721 h 1163782"/>
                <a:gd name="connsiteX58" fmla="*/ 464535 w 1160603"/>
                <a:gd name="connsiteY58" fmla="*/ 1152112 h 1163782"/>
                <a:gd name="connsiteX59" fmla="*/ 464535 w 1160603"/>
                <a:gd name="connsiteY59" fmla="*/ 11670 h 1163782"/>
                <a:gd name="connsiteX60" fmla="*/ 580301 w 1160603"/>
                <a:gd name="connsiteY60" fmla="*/ 0 h 1163782"/>
                <a:gd name="connsiteX61" fmla="*/ 603161 w 1160603"/>
                <a:gd name="connsiteY61" fmla="*/ 2305 h 1163782"/>
                <a:gd name="connsiteX62" fmla="*/ 603161 w 1160603"/>
                <a:gd name="connsiteY62" fmla="*/ 1161478 h 1163782"/>
                <a:gd name="connsiteX63" fmla="*/ 580301 w 1160603"/>
                <a:gd name="connsiteY63" fmla="*/ 1163782 h 1163782"/>
                <a:gd name="connsiteX64" fmla="*/ 557442 w 1160603"/>
                <a:gd name="connsiteY64" fmla="*/ 1161478 h 1163782"/>
                <a:gd name="connsiteX65" fmla="*/ 557442 w 1160603"/>
                <a:gd name="connsiteY65" fmla="*/ 2304 h 1163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160603" h="1163782">
                  <a:moveTo>
                    <a:pt x="1114884" y="352481"/>
                  </a:moveTo>
                  <a:lnTo>
                    <a:pt x="1116464" y="355393"/>
                  </a:lnTo>
                  <a:cubicBezTo>
                    <a:pt x="1131187" y="390201"/>
                    <a:pt x="1142619" y="426740"/>
                    <a:pt x="1150370" y="464620"/>
                  </a:cubicBezTo>
                  <a:lnTo>
                    <a:pt x="1160603" y="566129"/>
                  </a:lnTo>
                  <a:lnTo>
                    <a:pt x="1160603" y="597654"/>
                  </a:lnTo>
                  <a:lnTo>
                    <a:pt x="1150370" y="699163"/>
                  </a:lnTo>
                  <a:cubicBezTo>
                    <a:pt x="1142619" y="737042"/>
                    <a:pt x="1131187" y="773581"/>
                    <a:pt x="1116464" y="808389"/>
                  </a:cubicBezTo>
                  <a:lnTo>
                    <a:pt x="1114884" y="811301"/>
                  </a:lnTo>
                  <a:close/>
                  <a:moveTo>
                    <a:pt x="45719" y="352480"/>
                  </a:moveTo>
                  <a:lnTo>
                    <a:pt x="45719" y="811303"/>
                  </a:lnTo>
                  <a:lnTo>
                    <a:pt x="44138" y="808389"/>
                  </a:lnTo>
                  <a:cubicBezTo>
                    <a:pt x="29415" y="773581"/>
                    <a:pt x="17984" y="737042"/>
                    <a:pt x="10232" y="699163"/>
                  </a:cubicBezTo>
                  <a:lnTo>
                    <a:pt x="0" y="597664"/>
                  </a:lnTo>
                  <a:lnTo>
                    <a:pt x="0" y="566119"/>
                  </a:lnTo>
                  <a:lnTo>
                    <a:pt x="10232" y="464620"/>
                  </a:lnTo>
                  <a:cubicBezTo>
                    <a:pt x="17984" y="426740"/>
                    <a:pt x="29415" y="390201"/>
                    <a:pt x="44138" y="355393"/>
                  </a:cubicBezTo>
                  <a:close/>
                  <a:moveTo>
                    <a:pt x="1021977" y="207055"/>
                  </a:moveTo>
                  <a:lnTo>
                    <a:pt x="1062815" y="256550"/>
                  </a:lnTo>
                  <a:lnTo>
                    <a:pt x="1067696" y="265544"/>
                  </a:lnTo>
                  <a:lnTo>
                    <a:pt x="1067696" y="898238"/>
                  </a:lnTo>
                  <a:lnTo>
                    <a:pt x="1062815" y="907232"/>
                  </a:lnTo>
                  <a:lnTo>
                    <a:pt x="1021977" y="956727"/>
                  </a:lnTo>
                  <a:close/>
                  <a:moveTo>
                    <a:pt x="138626" y="207054"/>
                  </a:moveTo>
                  <a:lnTo>
                    <a:pt x="138626" y="956728"/>
                  </a:lnTo>
                  <a:lnTo>
                    <a:pt x="97788" y="907232"/>
                  </a:lnTo>
                  <a:lnTo>
                    <a:pt x="92907" y="898240"/>
                  </a:lnTo>
                  <a:lnTo>
                    <a:pt x="92907" y="265542"/>
                  </a:lnTo>
                  <a:lnTo>
                    <a:pt x="97788" y="256550"/>
                  </a:lnTo>
                  <a:close/>
                  <a:moveTo>
                    <a:pt x="929070" y="118708"/>
                  </a:moveTo>
                  <a:lnTo>
                    <a:pt x="974789" y="156429"/>
                  </a:lnTo>
                  <a:lnTo>
                    <a:pt x="974789" y="1007353"/>
                  </a:lnTo>
                  <a:lnTo>
                    <a:pt x="929070" y="1045074"/>
                  </a:lnTo>
                  <a:close/>
                  <a:moveTo>
                    <a:pt x="231533" y="118707"/>
                  </a:moveTo>
                  <a:lnTo>
                    <a:pt x="231533" y="1045075"/>
                  </a:lnTo>
                  <a:lnTo>
                    <a:pt x="185814" y="1007354"/>
                  </a:lnTo>
                  <a:lnTo>
                    <a:pt x="185814" y="156428"/>
                  </a:lnTo>
                  <a:close/>
                  <a:moveTo>
                    <a:pt x="836163" y="61666"/>
                  </a:moveTo>
                  <a:lnTo>
                    <a:pt x="881882" y="86481"/>
                  </a:lnTo>
                  <a:lnTo>
                    <a:pt x="881882" y="1077301"/>
                  </a:lnTo>
                  <a:lnTo>
                    <a:pt x="836163" y="1102116"/>
                  </a:lnTo>
                  <a:close/>
                  <a:moveTo>
                    <a:pt x="324440" y="61665"/>
                  </a:moveTo>
                  <a:lnTo>
                    <a:pt x="324440" y="1102117"/>
                  </a:lnTo>
                  <a:lnTo>
                    <a:pt x="278721" y="1077301"/>
                  </a:lnTo>
                  <a:lnTo>
                    <a:pt x="278721" y="86481"/>
                  </a:lnTo>
                  <a:close/>
                  <a:moveTo>
                    <a:pt x="743256" y="26003"/>
                  </a:moveTo>
                  <a:lnTo>
                    <a:pt x="788975" y="40195"/>
                  </a:lnTo>
                  <a:lnTo>
                    <a:pt x="788975" y="1123587"/>
                  </a:lnTo>
                  <a:lnTo>
                    <a:pt x="743256" y="1137779"/>
                  </a:lnTo>
                  <a:close/>
                  <a:moveTo>
                    <a:pt x="417347" y="26003"/>
                  </a:moveTo>
                  <a:lnTo>
                    <a:pt x="417347" y="1137779"/>
                  </a:lnTo>
                  <a:lnTo>
                    <a:pt x="371628" y="1123588"/>
                  </a:lnTo>
                  <a:lnTo>
                    <a:pt x="371628" y="40195"/>
                  </a:lnTo>
                  <a:close/>
                  <a:moveTo>
                    <a:pt x="650349" y="7062"/>
                  </a:moveTo>
                  <a:lnTo>
                    <a:pt x="696068" y="11670"/>
                  </a:lnTo>
                  <a:lnTo>
                    <a:pt x="696068" y="1152112"/>
                  </a:lnTo>
                  <a:lnTo>
                    <a:pt x="650349" y="1156721"/>
                  </a:lnTo>
                  <a:close/>
                  <a:moveTo>
                    <a:pt x="510254" y="7061"/>
                  </a:moveTo>
                  <a:lnTo>
                    <a:pt x="510254" y="1156721"/>
                  </a:lnTo>
                  <a:lnTo>
                    <a:pt x="464535" y="1152112"/>
                  </a:lnTo>
                  <a:lnTo>
                    <a:pt x="464535" y="11670"/>
                  </a:lnTo>
                  <a:close/>
                  <a:moveTo>
                    <a:pt x="580301" y="0"/>
                  </a:moveTo>
                  <a:lnTo>
                    <a:pt x="603161" y="2305"/>
                  </a:lnTo>
                  <a:lnTo>
                    <a:pt x="603161" y="1161478"/>
                  </a:lnTo>
                  <a:lnTo>
                    <a:pt x="580301" y="1163782"/>
                  </a:lnTo>
                  <a:lnTo>
                    <a:pt x="557442" y="1161478"/>
                  </a:lnTo>
                  <a:lnTo>
                    <a:pt x="557442" y="23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椭圆 17" descr="76f6cbb8-c6bb-439b-b52d-622e7cd71b97"/>
            <p:cNvSpPr/>
            <p:nvPr/>
          </p:nvSpPr>
          <p:spPr>
            <a:xfrm rot="7087058" flipH="1" flipV="1">
              <a:off x="891728" y="5269090"/>
              <a:ext cx="350849" cy="35084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9" name="任意多边形: 形状 18" descr="1e3c68c5-ba34-4f9c-ba5b-2a8df7958fa3"/>
          <p:cNvSpPr/>
          <p:nvPr/>
        </p:nvSpPr>
        <p:spPr>
          <a:xfrm rot="17692774" flipH="1">
            <a:off x="10959207" y="5288308"/>
            <a:ext cx="878701" cy="881107"/>
          </a:xfrm>
          <a:custGeom>
            <a:avLst/>
            <a:gdLst>
              <a:gd name="connsiteX0" fmla="*/ 1114884 w 1160603"/>
              <a:gd name="connsiteY0" fmla="*/ 352481 h 1163782"/>
              <a:gd name="connsiteX1" fmla="*/ 1116464 w 1160603"/>
              <a:gd name="connsiteY1" fmla="*/ 355393 h 1163782"/>
              <a:gd name="connsiteX2" fmla="*/ 1150370 w 1160603"/>
              <a:gd name="connsiteY2" fmla="*/ 464620 h 1163782"/>
              <a:gd name="connsiteX3" fmla="*/ 1160603 w 1160603"/>
              <a:gd name="connsiteY3" fmla="*/ 566129 h 1163782"/>
              <a:gd name="connsiteX4" fmla="*/ 1160603 w 1160603"/>
              <a:gd name="connsiteY4" fmla="*/ 597654 h 1163782"/>
              <a:gd name="connsiteX5" fmla="*/ 1150370 w 1160603"/>
              <a:gd name="connsiteY5" fmla="*/ 699163 h 1163782"/>
              <a:gd name="connsiteX6" fmla="*/ 1116464 w 1160603"/>
              <a:gd name="connsiteY6" fmla="*/ 808389 h 1163782"/>
              <a:gd name="connsiteX7" fmla="*/ 1114884 w 1160603"/>
              <a:gd name="connsiteY7" fmla="*/ 811301 h 1163782"/>
              <a:gd name="connsiteX8" fmla="*/ 45719 w 1160603"/>
              <a:gd name="connsiteY8" fmla="*/ 352480 h 1163782"/>
              <a:gd name="connsiteX9" fmla="*/ 45719 w 1160603"/>
              <a:gd name="connsiteY9" fmla="*/ 811303 h 1163782"/>
              <a:gd name="connsiteX10" fmla="*/ 44138 w 1160603"/>
              <a:gd name="connsiteY10" fmla="*/ 808389 h 1163782"/>
              <a:gd name="connsiteX11" fmla="*/ 10232 w 1160603"/>
              <a:gd name="connsiteY11" fmla="*/ 699163 h 1163782"/>
              <a:gd name="connsiteX12" fmla="*/ 0 w 1160603"/>
              <a:gd name="connsiteY12" fmla="*/ 597664 h 1163782"/>
              <a:gd name="connsiteX13" fmla="*/ 0 w 1160603"/>
              <a:gd name="connsiteY13" fmla="*/ 566119 h 1163782"/>
              <a:gd name="connsiteX14" fmla="*/ 10232 w 1160603"/>
              <a:gd name="connsiteY14" fmla="*/ 464620 h 1163782"/>
              <a:gd name="connsiteX15" fmla="*/ 44138 w 1160603"/>
              <a:gd name="connsiteY15" fmla="*/ 355393 h 1163782"/>
              <a:gd name="connsiteX16" fmla="*/ 1021977 w 1160603"/>
              <a:gd name="connsiteY16" fmla="*/ 207055 h 1163782"/>
              <a:gd name="connsiteX17" fmla="*/ 1062815 w 1160603"/>
              <a:gd name="connsiteY17" fmla="*/ 256550 h 1163782"/>
              <a:gd name="connsiteX18" fmla="*/ 1067696 w 1160603"/>
              <a:gd name="connsiteY18" fmla="*/ 265544 h 1163782"/>
              <a:gd name="connsiteX19" fmla="*/ 1067696 w 1160603"/>
              <a:gd name="connsiteY19" fmla="*/ 898238 h 1163782"/>
              <a:gd name="connsiteX20" fmla="*/ 1062815 w 1160603"/>
              <a:gd name="connsiteY20" fmla="*/ 907232 h 1163782"/>
              <a:gd name="connsiteX21" fmla="*/ 1021977 w 1160603"/>
              <a:gd name="connsiteY21" fmla="*/ 956727 h 1163782"/>
              <a:gd name="connsiteX22" fmla="*/ 138626 w 1160603"/>
              <a:gd name="connsiteY22" fmla="*/ 207054 h 1163782"/>
              <a:gd name="connsiteX23" fmla="*/ 138626 w 1160603"/>
              <a:gd name="connsiteY23" fmla="*/ 956728 h 1163782"/>
              <a:gd name="connsiteX24" fmla="*/ 97788 w 1160603"/>
              <a:gd name="connsiteY24" fmla="*/ 907232 h 1163782"/>
              <a:gd name="connsiteX25" fmla="*/ 92907 w 1160603"/>
              <a:gd name="connsiteY25" fmla="*/ 898240 h 1163782"/>
              <a:gd name="connsiteX26" fmla="*/ 92907 w 1160603"/>
              <a:gd name="connsiteY26" fmla="*/ 265542 h 1163782"/>
              <a:gd name="connsiteX27" fmla="*/ 97788 w 1160603"/>
              <a:gd name="connsiteY27" fmla="*/ 256550 h 1163782"/>
              <a:gd name="connsiteX28" fmla="*/ 929070 w 1160603"/>
              <a:gd name="connsiteY28" fmla="*/ 118708 h 1163782"/>
              <a:gd name="connsiteX29" fmla="*/ 974789 w 1160603"/>
              <a:gd name="connsiteY29" fmla="*/ 156429 h 1163782"/>
              <a:gd name="connsiteX30" fmla="*/ 974789 w 1160603"/>
              <a:gd name="connsiteY30" fmla="*/ 1007353 h 1163782"/>
              <a:gd name="connsiteX31" fmla="*/ 929070 w 1160603"/>
              <a:gd name="connsiteY31" fmla="*/ 1045074 h 1163782"/>
              <a:gd name="connsiteX32" fmla="*/ 231533 w 1160603"/>
              <a:gd name="connsiteY32" fmla="*/ 118707 h 1163782"/>
              <a:gd name="connsiteX33" fmla="*/ 231533 w 1160603"/>
              <a:gd name="connsiteY33" fmla="*/ 1045075 h 1163782"/>
              <a:gd name="connsiteX34" fmla="*/ 185814 w 1160603"/>
              <a:gd name="connsiteY34" fmla="*/ 1007354 h 1163782"/>
              <a:gd name="connsiteX35" fmla="*/ 185814 w 1160603"/>
              <a:gd name="connsiteY35" fmla="*/ 156428 h 1163782"/>
              <a:gd name="connsiteX36" fmla="*/ 836163 w 1160603"/>
              <a:gd name="connsiteY36" fmla="*/ 61666 h 1163782"/>
              <a:gd name="connsiteX37" fmla="*/ 881882 w 1160603"/>
              <a:gd name="connsiteY37" fmla="*/ 86481 h 1163782"/>
              <a:gd name="connsiteX38" fmla="*/ 881882 w 1160603"/>
              <a:gd name="connsiteY38" fmla="*/ 1077301 h 1163782"/>
              <a:gd name="connsiteX39" fmla="*/ 836163 w 1160603"/>
              <a:gd name="connsiteY39" fmla="*/ 1102116 h 1163782"/>
              <a:gd name="connsiteX40" fmla="*/ 324440 w 1160603"/>
              <a:gd name="connsiteY40" fmla="*/ 61665 h 1163782"/>
              <a:gd name="connsiteX41" fmla="*/ 324440 w 1160603"/>
              <a:gd name="connsiteY41" fmla="*/ 1102117 h 1163782"/>
              <a:gd name="connsiteX42" fmla="*/ 278721 w 1160603"/>
              <a:gd name="connsiteY42" fmla="*/ 1077301 h 1163782"/>
              <a:gd name="connsiteX43" fmla="*/ 278721 w 1160603"/>
              <a:gd name="connsiteY43" fmla="*/ 86481 h 1163782"/>
              <a:gd name="connsiteX44" fmla="*/ 743256 w 1160603"/>
              <a:gd name="connsiteY44" fmla="*/ 26003 h 1163782"/>
              <a:gd name="connsiteX45" fmla="*/ 788975 w 1160603"/>
              <a:gd name="connsiteY45" fmla="*/ 40195 h 1163782"/>
              <a:gd name="connsiteX46" fmla="*/ 788975 w 1160603"/>
              <a:gd name="connsiteY46" fmla="*/ 1123587 h 1163782"/>
              <a:gd name="connsiteX47" fmla="*/ 743256 w 1160603"/>
              <a:gd name="connsiteY47" fmla="*/ 1137779 h 1163782"/>
              <a:gd name="connsiteX48" fmla="*/ 417347 w 1160603"/>
              <a:gd name="connsiteY48" fmla="*/ 26003 h 1163782"/>
              <a:gd name="connsiteX49" fmla="*/ 417347 w 1160603"/>
              <a:gd name="connsiteY49" fmla="*/ 1137779 h 1163782"/>
              <a:gd name="connsiteX50" fmla="*/ 371628 w 1160603"/>
              <a:gd name="connsiteY50" fmla="*/ 1123588 h 1163782"/>
              <a:gd name="connsiteX51" fmla="*/ 371628 w 1160603"/>
              <a:gd name="connsiteY51" fmla="*/ 40195 h 1163782"/>
              <a:gd name="connsiteX52" fmla="*/ 650349 w 1160603"/>
              <a:gd name="connsiteY52" fmla="*/ 7062 h 1163782"/>
              <a:gd name="connsiteX53" fmla="*/ 696068 w 1160603"/>
              <a:gd name="connsiteY53" fmla="*/ 11670 h 1163782"/>
              <a:gd name="connsiteX54" fmla="*/ 696068 w 1160603"/>
              <a:gd name="connsiteY54" fmla="*/ 1152112 h 1163782"/>
              <a:gd name="connsiteX55" fmla="*/ 650349 w 1160603"/>
              <a:gd name="connsiteY55" fmla="*/ 1156721 h 1163782"/>
              <a:gd name="connsiteX56" fmla="*/ 510254 w 1160603"/>
              <a:gd name="connsiteY56" fmla="*/ 7061 h 1163782"/>
              <a:gd name="connsiteX57" fmla="*/ 510254 w 1160603"/>
              <a:gd name="connsiteY57" fmla="*/ 1156721 h 1163782"/>
              <a:gd name="connsiteX58" fmla="*/ 464535 w 1160603"/>
              <a:gd name="connsiteY58" fmla="*/ 1152112 h 1163782"/>
              <a:gd name="connsiteX59" fmla="*/ 464535 w 1160603"/>
              <a:gd name="connsiteY59" fmla="*/ 11670 h 1163782"/>
              <a:gd name="connsiteX60" fmla="*/ 580301 w 1160603"/>
              <a:gd name="connsiteY60" fmla="*/ 0 h 1163782"/>
              <a:gd name="connsiteX61" fmla="*/ 603161 w 1160603"/>
              <a:gd name="connsiteY61" fmla="*/ 2305 h 1163782"/>
              <a:gd name="connsiteX62" fmla="*/ 603161 w 1160603"/>
              <a:gd name="connsiteY62" fmla="*/ 1161478 h 1163782"/>
              <a:gd name="connsiteX63" fmla="*/ 580301 w 1160603"/>
              <a:gd name="connsiteY63" fmla="*/ 1163782 h 1163782"/>
              <a:gd name="connsiteX64" fmla="*/ 557442 w 1160603"/>
              <a:gd name="connsiteY64" fmla="*/ 1161478 h 1163782"/>
              <a:gd name="connsiteX65" fmla="*/ 557442 w 1160603"/>
              <a:gd name="connsiteY65" fmla="*/ 2304 h 11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0603" h="1163782">
                <a:moveTo>
                  <a:pt x="1114884" y="352481"/>
                </a:moveTo>
                <a:lnTo>
                  <a:pt x="1116464" y="355393"/>
                </a:lnTo>
                <a:cubicBezTo>
                  <a:pt x="1131187" y="390201"/>
                  <a:pt x="1142619" y="426740"/>
                  <a:pt x="1150370" y="464620"/>
                </a:cubicBezTo>
                <a:lnTo>
                  <a:pt x="1160603" y="566129"/>
                </a:lnTo>
                <a:lnTo>
                  <a:pt x="1160603" y="597654"/>
                </a:lnTo>
                <a:lnTo>
                  <a:pt x="1150370" y="699163"/>
                </a:lnTo>
                <a:cubicBezTo>
                  <a:pt x="1142619" y="737042"/>
                  <a:pt x="1131187" y="773581"/>
                  <a:pt x="1116464" y="808389"/>
                </a:cubicBezTo>
                <a:lnTo>
                  <a:pt x="1114884" y="811301"/>
                </a:lnTo>
                <a:close/>
                <a:moveTo>
                  <a:pt x="45719" y="352480"/>
                </a:moveTo>
                <a:lnTo>
                  <a:pt x="45719" y="811303"/>
                </a:lnTo>
                <a:lnTo>
                  <a:pt x="44138" y="808389"/>
                </a:lnTo>
                <a:cubicBezTo>
                  <a:pt x="29415" y="773581"/>
                  <a:pt x="17984" y="737042"/>
                  <a:pt x="10232" y="699163"/>
                </a:cubicBezTo>
                <a:lnTo>
                  <a:pt x="0" y="597664"/>
                </a:lnTo>
                <a:lnTo>
                  <a:pt x="0" y="566119"/>
                </a:lnTo>
                <a:lnTo>
                  <a:pt x="10232" y="464620"/>
                </a:lnTo>
                <a:cubicBezTo>
                  <a:pt x="17984" y="426740"/>
                  <a:pt x="29415" y="390201"/>
                  <a:pt x="44138" y="355393"/>
                </a:cubicBezTo>
                <a:close/>
                <a:moveTo>
                  <a:pt x="1021977" y="207055"/>
                </a:moveTo>
                <a:lnTo>
                  <a:pt x="1062815" y="256550"/>
                </a:lnTo>
                <a:lnTo>
                  <a:pt x="1067696" y="265544"/>
                </a:lnTo>
                <a:lnTo>
                  <a:pt x="1067696" y="898238"/>
                </a:lnTo>
                <a:lnTo>
                  <a:pt x="1062815" y="907232"/>
                </a:lnTo>
                <a:lnTo>
                  <a:pt x="1021977" y="956727"/>
                </a:lnTo>
                <a:close/>
                <a:moveTo>
                  <a:pt x="138626" y="207054"/>
                </a:moveTo>
                <a:lnTo>
                  <a:pt x="138626" y="956728"/>
                </a:lnTo>
                <a:lnTo>
                  <a:pt x="97788" y="907232"/>
                </a:lnTo>
                <a:lnTo>
                  <a:pt x="92907" y="898240"/>
                </a:lnTo>
                <a:lnTo>
                  <a:pt x="92907" y="265542"/>
                </a:lnTo>
                <a:lnTo>
                  <a:pt x="97788" y="256550"/>
                </a:lnTo>
                <a:close/>
                <a:moveTo>
                  <a:pt x="929070" y="118708"/>
                </a:moveTo>
                <a:lnTo>
                  <a:pt x="974789" y="156429"/>
                </a:lnTo>
                <a:lnTo>
                  <a:pt x="974789" y="1007353"/>
                </a:lnTo>
                <a:lnTo>
                  <a:pt x="929070" y="1045074"/>
                </a:lnTo>
                <a:close/>
                <a:moveTo>
                  <a:pt x="231533" y="118707"/>
                </a:moveTo>
                <a:lnTo>
                  <a:pt x="231533" y="1045075"/>
                </a:lnTo>
                <a:lnTo>
                  <a:pt x="185814" y="1007354"/>
                </a:lnTo>
                <a:lnTo>
                  <a:pt x="185814" y="156428"/>
                </a:lnTo>
                <a:close/>
                <a:moveTo>
                  <a:pt x="836163" y="61666"/>
                </a:moveTo>
                <a:lnTo>
                  <a:pt x="881882" y="86481"/>
                </a:lnTo>
                <a:lnTo>
                  <a:pt x="881882" y="1077301"/>
                </a:lnTo>
                <a:lnTo>
                  <a:pt x="836163" y="1102116"/>
                </a:lnTo>
                <a:close/>
                <a:moveTo>
                  <a:pt x="324440" y="61665"/>
                </a:moveTo>
                <a:lnTo>
                  <a:pt x="324440" y="1102117"/>
                </a:lnTo>
                <a:lnTo>
                  <a:pt x="278721" y="1077301"/>
                </a:lnTo>
                <a:lnTo>
                  <a:pt x="278721" y="86481"/>
                </a:lnTo>
                <a:close/>
                <a:moveTo>
                  <a:pt x="743256" y="26003"/>
                </a:moveTo>
                <a:lnTo>
                  <a:pt x="788975" y="40195"/>
                </a:lnTo>
                <a:lnTo>
                  <a:pt x="788975" y="1123587"/>
                </a:lnTo>
                <a:lnTo>
                  <a:pt x="743256" y="1137779"/>
                </a:lnTo>
                <a:close/>
                <a:moveTo>
                  <a:pt x="417347" y="26003"/>
                </a:moveTo>
                <a:lnTo>
                  <a:pt x="417347" y="1137779"/>
                </a:lnTo>
                <a:lnTo>
                  <a:pt x="371628" y="1123588"/>
                </a:lnTo>
                <a:lnTo>
                  <a:pt x="371628" y="40195"/>
                </a:lnTo>
                <a:close/>
                <a:moveTo>
                  <a:pt x="650349" y="7062"/>
                </a:moveTo>
                <a:lnTo>
                  <a:pt x="696068" y="11670"/>
                </a:lnTo>
                <a:lnTo>
                  <a:pt x="696068" y="1152112"/>
                </a:lnTo>
                <a:lnTo>
                  <a:pt x="650349" y="1156721"/>
                </a:lnTo>
                <a:close/>
                <a:moveTo>
                  <a:pt x="510254" y="7061"/>
                </a:moveTo>
                <a:lnTo>
                  <a:pt x="510254" y="1156721"/>
                </a:lnTo>
                <a:lnTo>
                  <a:pt x="464535" y="1152112"/>
                </a:lnTo>
                <a:lnTo>
                  <a:pt x="464535" y="11670"/>
                </a:lnTo>
                <a:close/>
                <a:moveTo>
                  <a:pt x="580301" y="0"/>
                </a:moveTo>
                <a:lnTo>
                  <a:pt x="603161" y="2305"/>
                </a:lnTo>
                <a:lnTo>
                  <a:pt x="603161" y="1161478"/>
                </a:lnTo>
                <a:lnTo>
                  <a:pt x="580301" y="1163782"/>
                </a:lnTo>
                <a:lnTo>
                  <a:pt x="557442" y="1161478"/>
                </a:lnTo>
                <a:lnTo>
                  <a:pt x="557442" y="23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 descr="0a646e81-6dac-4c91-838e-36068f48ead5"/>
          <p:cNvSpPr/>
          <p:nvPr/>
        </p:nvSpPr>
        <p:spPr>
          <a:xfrm rot="5400000" flipH="1" flipV="1">
            <a:off x="1674762" y="-798870"/>
            <a:ext cx="729312" cy="2327052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1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sp>
        <p:nvSpPr>
          <p:cNvPr id="9" name="任意多边形: 形状 8" descr="6638a186-034d-4196-98dd-670055038fe0"/>
          <p:cNvSpPr/>
          <p:nvPr/>
        </p:nvSpPr>
        <p:spPr bwMode="auto">
          <a:xfrm>
            <a:off x="8545798" y="5704056"/>
            <a:ext cx="3646202" cy="1153945"/>
          </a:xfrm>
          <a:custGeom>
            <a:avLst/>
            <a:gdLst>
              <a:gd name="connsiteX0" fmla="*/ 1802537 w 3646202"/>
              <a:gd name="connsiteY0" fmla="*/ 1 h 1153945"/>
              <a:gd name="connsiteX1" fmla="*/ 2215240 w 3646202"/>
              <a:gd name="connsiteY1" fmla="*/ 295827 h 1153945"/>
              <a:gd name="connsiteX2" fmla="*/ 3174234 w 3646202"/>
              <a:gd name="connsiteY2" fmla="*/ 633409 h 1153945"/>
              <a:gd name="connsiteX3" fmla="*/ 3598155 w 3646202"/>
              <a:gd name="connsiteY3" fmla="*/ 1021612 h 1153945"/>
              <a:gd name="connsiteX4" fmla="*/ 3646202 w 3646202"/>
              <a:gd name="connsiteY4" fmla="*/ 1074853 h 1153945"/>
              <a:gd name="connsiteX5" fmla="*/ 3646202 w 3646202"/>
              <a:gd name="connsiteY5" fmla="*/ 1153945 h 1153945"/>
              <a:gd name="connsiteX6" fmla="*/ 0 w 3646202"/>
              <a:gd name="connsiteY6" fmla="*/ 1153945 h 1153945"/>
              <a:gd name="connsiteX7" fmla="*/ 590967 w 3646202"/>
              <a:gd name="connsiteY7" fmla="*/ 1009942 h 1153945"/>
              <a:gd name="connsiteX8" fmla="*/ 1419028 w 3646202"/>
              <a:gd name="connsiteY8" fmla="*/ 163628 h 1153945"/>
              <a:gd name="connsiteX9" fmla="*/ 1802537 w 3646202"/>
              <a:gd name="connsiteY9" fmla="*/ 1 h 115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46202" h="1153945">
                <a:moveTo>
                  <a:pt x="1802537" y="1"/>
                </a:moveTo>
                <a:cubicBezTo>
                  <a:pt x="1947182" y="-147"/>
                  <a:pt x="2096693" y="76281"/>
                  <a:pt x="2215240" y="295827"/>
                </a:cubicBezTo>
                <a:cubicBezTo>
                  <a:pt x="2452334" y="736100"/>
                  <a:pt x="2968988" y="510652"/>
                  <a:pt x="3174234" y="633409"/>
                </a:cubicBezTo>
                <a:cubicBezTo>
                  <a:pt x="3301775" y="710132"/>
                  <a:pt x="3481384" y="894286"/>
                  <a:pt x="3598155" y="1021612"/>
                </a:cubicBezTo>
                <a:lnTo>
                  <a:pt x="3646202" y="1074853"/>
                </a:lnTo>
                <a:lnTo>
                  <a:pt x="3646202" y="1153945"/>
                </a:lnTo>
                <a:lnTo>
                  <a:pt x="0" y="1153945"/>
                </a:lnTo>
                <a:cubicBezTo>
                  <a:pt x="0" y="1153945"/>
                  <a:pt x="66056" y="1104370"/>
                  <a:pt x="590967" y="1009942"/>
                </a:cubicBezTo>
                <a:cubicBezTo>
                  <a:pt x="1114697" y="915514"/>
                  <a:pt x="1222039" y="337140"/>
                  <a:pt x="1419028" y="163628"/>
                </a:cubicBezTo>
                <a:cubicBezTo>
                  <a:pt x="1518112" y="76872"/>
                  <a:pt x="1657891" y="148"/>
                  <a:pt x="180253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Arial" panose="020B0604020202020204" pitchFamily="34" charset="0"/>
              <a:ea typeface="汉仪旗黑-60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2" name="任意多边形: 形状 21" descr="d9f14064-6860-4b26-b68e-b990b35c7bee"/>
          <p:cNvSpPr/>
          <p:nvPr/>
        </p:nvSpPr>
        <p:spPr>
          <a:xfrm>
            <a:off x="9802801" y="5159363"/>
            <a:ext cx="2384171" cy="1698637"/>
          </a:xfrm>
          <a:custGeom>
            <a:avLst/>
            <a:gdLst>
              <a:gd name="connsiteX0" fmla="*/ 0 w 3600450"/>
              <a:gd name="connsiteY0" fmla="*/ 2565192 h 2565192"/>
              <a:gd name="connsiteX1" fmla="*/ 1123950 w 3600450"/>
              <a:gd name="connsiteY1" fmla="*/ 1717467 h 2565192"/>
              <a:gd name="connsiteX2" fmla="*/ 2190750 w 3600450"/>
              <a:gd name="connsiteY2" fmla="*/ 1765092 h 2565192"/>
              <a:gd name="connsiteX3" fmla="*/ 2924175 w 3600450"/>
              <a:gd name="connsiteY3" fmla="*/ 279192 h 2565192"/>
              <a:gd name="connsiteX4" fmla="*/ 3600450 w 3600450"/>
              <a:gd name="connsiteY4" fmla="*/ 2967 h 2565192"/>
              <a:gd name="connsiteX0-1" fmla="*/ 0 w 3600450"/>
              <a:gd name="connsiteY0-2" fmla="*/ 2565192 h 2565192"/>
              <a:gd name="connsiteX1-3" fmla="*/ 447675 w 3600450"/>
              <a:gd name="connsiteY1-4" fmla="*/ 1746042 h 2565192"/>
              <a:gd name="connsiteX2-5" fmla="*/ 2190750 w 3600450"/>
              <a:gd name="connsiteY2-6" fmla="*/ 1765092 h 2565192"/>
              <a:gd name="connsiteX3-7" fmla="*/ 2924175 w 3600450"/>
              <a:gd name="connsiteY3-8" fmla="*/ 279192 h 2565192"/>
              <a:gd name="connsiteX4-9" fmla="*/ 3600450 w 3600450"/>
              <a:gd name="connsiteY4-10" fmla="*/ 2967 h 2565192"/>
              <a:gd name="connsiteX0-11" fmla="*/ 0 w 3600450"/>
              <a:gd name="connsiteY0-12" fmla="*/ 2565192 h 2565192"/>
              <a:gd name="connsiteX1-13" fmla="*/ 447675 w 3600450"/>
              <a:gd name="connsiteY1-14" fmla="*/ 1746042 h 2565192"/>
              <a:gd name="connsiteX2-15" fmla="*/ 2190750 w 3600450"/>
              <a:gd name="connsiteY2-16" fmla="*/ 1765092 h 2565192"/>
              <a:gd name="connsiteX3-17" fmla="*/ 2924175 w 3600450"/>
              <a:gd name="connsiteY3-18" fmla="*/ 279192 h 2565192"/>
              <a:gd name="connsiteX4-19" fmla="*/ 3600450 w 3600450"/>
              <a:gd name="connsiteY4-20" fmla="*/ 2967 h 25651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600450" h="2565192">
                <a:moveTo>
                  <a:pt x="0" y="2565192"/>
                </a:moveTo>
                <a:cubicBezTo>
                  <a:pt x="17462" y="2227054"/>
                  <a:pt x="82550" y="1879392"/>
                  <a:pt x="447675" y="1746042"/>
                </a:cubicBezTo>
                <a:cubicBezTo>
                  <a:pt x="812800" y="1612692"/>
                  <a:pt x="1778000" y="2009567"/>
                  <a:pt x="2190750" y="1765092"/>
                </a:cubicBezTo>
                <a:cubicBezTo>
                  <a:pt x="2603500" y="1520617"/>
                  <a:pt x="2689225" y="572880"/>
                  <a:pt x="2924175" y="279192"/>
                </a:cubicBezTo>
                <a:cubicBezTo>
                  <a:pt x="3159125" y="-14496"/>
                  <a:pt x="3379787" y="-5765"/>
                  <a:pt x="3600450" y="2967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22" descr="20f207a4-2550-4de3-af15-dbb2d9e37c85"/>
          <p:cNvSpPr/>
          <p:nvPr/>
        </p:nvSpPr>
        <p:spPr>
          <a:xfrm>
            <a:off x="1" y="2"/>
            <a:ext cx="1432559" cy="1789521"/>
          </a:xfrm>
          <a:custGeom>
            <a:avLst/>
            <a:gdLst>
              <a:gd name="connsiteX0" fmla="*/ 0 w 2489755"/>
              <a:gd name="connsiteY0" fmla="*/ 0 h 3110147"/>
              <a:gd name="connsiteX1" fmla="*/ 2489755 w 2489755"/>
              <a:gd name="connsiteY1" fmla="*/ 0 h 3110147"/>
              <a:gd name="connsiteX2" fmla="*/ 2406995 w 2489755"/>
              <a:gd name="connsiteY2" fmla="*/ 90368 h 3110147"/>
              <a:gd name="connsiteX3" fmla="*/ 1976504 w 2489755"/>
              <a:gd name="connsiteY3" fmla="*/ 2688558 h 3110147"/>
              <a:gd name="connsiteX4" fmla="*/ 34315 w 2489755"/>
              <a:gd name="connsiteY4" fmla="*/ 2945698 h 3110147"/>
              <a:gd name="connsiteX5" fmla="*/ 0 w 2489755"/>
              <a:gd name="connsiteY5" fmla="*/ 2926194 h 31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9755" h="3110147">
                <a:moveTo>
                  <a:pt x="0" y="0"/>
                </a:moveTo>
                <a:lnTo>
                  <a:pt x="2489755" y="0"/>
                </a:lnTo>
                <a:lnTo>
                  <a:pt x="2406995" y="90368"/>
                </a:lnTo>
                <a:cubicBezTo>
                  <a:pt x="1140690" y="1528341"/>
                  <a:pt x="2714891" y="1490062"/>
                  <a:pt x="1976504" y="2688558"/>
                </a:cubicBezTo>
                <a:cubicBezTo>
                  <a:pt x="1547879" y="3173879"/>
                  <a:pt x="569840" y="3212342"/>
                  <a:pt x="34315" y="2945698"/>
                </a:cubicBezTo>
                <a:lnTo>
                  <a:pt x="0" y="29261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 descr="2a259008-2cab-4a14-83a1-f93842a0708b"/>
          <p:cNvSpPr/>
          <p:nvPr/>
        </p:nvSpPr>
        <p:spPr>
          <a:xfrm rot="16200000" flipH="1">
            <a:off x="326578" y="-326574"/>
            <a:ext cx="1764417" cy="2417569"/>
          </a:xfrm>
          <a:custGeom>
            <a:avLst/>
            <a:gdLst>
              <a:gd name="connsiteX0" fmla="*/ 0 w 2964180"/>
              <a:gd name="connsiteY0" fmla="*/ 4061460 h 4061460"/>
              <a:gd name="connsiteX1" fmla="*/ 1600200 w 2964180"/>
              <a:gd name="connsiteY1" fmla="*/ 1744980 h 4061460"/>
              <a:gd name="connsiteX2" fmla="*/ 2964180 w 2964180"/>
              <a:gd name="connsiteY2" fmla="*/ 0 h 4061460"/>
              <a:gd name="connsiteX0-1" fmla="*/ 0 w 2964180"/>
              <a:gd name="connsiteY0-2" fmla="*/ 4061460 h 4061460"/>
              <a:gd name="connsiteX1-3" fmla="*/ 1600200 w 2964180"/>
              <a:gd name="connsiteY1-4" fmla="*/ 1744980 h 4061460"/>
              <a:gd name="connsiteX2-5" fmla="*/ 2964180 w 2964180"/>
              <a:gd name="connsiteY2-6" fmla="*/ 0 h 4061460"/>
              <a:gd name="connsiteX0-7" fmla="*/ 0 w 2964180"/>
              <a:gd name="connsiteY0-8" fmla="*/ 4061460 h 4061460"/>
              <a:gd name="connsiteX1-9" fmla="*/ 1600200 w 2964180"/>
              <a:gd name="connsiteY1-10" fmla="*/ 1744980 h 4061460"/>
              <a:gd name="connsiteX2-11" fmla="*/ 2964180 w 2964180"/>
              <a:gd name="connsiteY2-12" fmla="*/ 0 h 4061460"/>
              <a:gd name="connsiteX0-13" fmla="*/ 0 w 2964180"/>
              <a:gd name="connsiteY0-14" fmla="*/ 4061460 h 4061460"/>
              <a:gd name="connsiteX1-15" fmla="*/ 1600200 w 2964180"/>
              <a:gd name="connsiteY1-16" fmla="*/ 1744980 h 4061460"/>
              <a:gd name="connsiteX2-17" fmla="*/ 2964180 w 2964180"/>
              <a:gd name="connsiteY2-18" fmla="*/ 0 h 40614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64180" h="4061460">
                <a:moveTo>
                  <a:pt x="0" y="4061460"/>
                </a:moveTo>
                <a:cubicBezTo>
                  <a:pt x="1010285" y="3973195"/>
                  <a:pt x="1814830" y="3542030"/>
                  <a:pt x="1600200" y="1744980"/>
                </a:cubicBezTo>
                <a:cubicBezTo>
                  <a:pt x="1560830" y="138430"/>
                  <a:pt x="2529205" y="534035"/>
                  <a:pt x="2964180" y="0"/>
                </a:cubicBezTo>
              </a:path>
            </a:pathLst>
          </a:cu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-204884" y="133350"/>
            <a:ext cx="957457" cy="866623"/>
            <a:chOff x="-204884" y="167183"/>
            <a:chExt cx="930231" cy="841980"/>
          </a:xfrm>
        </p:grpSpPr>
        <p:sp>
          <p:nvSpPr>
            <p:cNvPr id="8" name="任意多边形: 形状 7"/>
            <p:cNvSpPr/>
            <p:nvPr/>
          </p:nvSpPr>
          <p:spPr>
            <a:xfrm rot="2182719">
              <a:off x="-204884" y="179534"/>
              <a:ext cx="778680" cy="829629"/>
            </a:xfrm>
            <a:custGeom>
              <a:avLst/>
              <a:gdLst>
                <a:gd name="connsiteX0" fmla="*/ 460419 w 778680"/>
                <a:gd name="connsiteY0" fmla="*/ 822292 h 829629"/>
                <a:gd name="connsiteX1" fmla="*/ 490958 w 778680"/>
                <a:gd name="connsiteY1" fmla="*/ 822292 h 829629"/>
                <a:gd name="connsiteX2" fmla="*/ 465824 w 778680"/>
                <a:gd name="connsiteY2" fmla="*/ 829629 h 829629"/>
                <a:gd name="connsiteX3" fmla="*/ 412791 w 778680"/>
                <a:gd name="connsiteY3" fmla="*/ 757640 h 829629"/>
                <a:gd name="connsiteX4" fmla="*/ 612542 w 778680"/>
                <a:gd name="connsiteY4" fmla="*/ 757640 h 829629"/>
                <a:gd name="connsiteX5" fmla="*/ 607262 w 778680"/>
                <a:gd name="connsiteY5" fmla="*/ 761957 h 829629"/>
                <a:gd name="connsiteX6" fmla="*/ 571223 w 778680"/>
                <a:gd name="connsiteY6" fmla="*/ 785800 h 829629"/>
                <a:gd name="connsiteX7" fmla="*/ 554949 w 778680"/>
                <a:gd name="connsiteY7" fmla="*/ 794344 h 829629"/>
                <a:gd name="connsiteX8" fmla="*/ 439830 w 778680"/>
                <a:gd name="connsiteY8" fmla="*/ 794344 h 829629"/>
                <a:gd name="connsiteX9" fmla="*/ 365163 w 778680"/>
                <a:gd name="connsiteY9" fmla="*/ 692989 h 829629"/>
                <a:gd name="connsiteX10" fmla="*/ 680133 w 778680"/>
                <a:gd name="connsiteY10" fmla="*/ 692989 h 829629"/>
                <a:gd name="connsiteX11" fmla="*/ 670664 w 778680"/>
                <a:gd name="connsiteY11" fmla="*/ 704598 h 829629"/>
                <a:gd name="connsiteX12" fmla="*/ 645619 w 778680"/>
                <a:gd name="connsiteY12" fmla="*/ 729692 h 829629"/>
                <a:gd name="connsiteX13" fmla="*/ 392202 w 778680"/>
                <a:gd name="connsiteY13" fmla="*/ 729693 h 829629"/>
                <a:gd name="connsiteX14" fmla="*/ 317535 w 778680"/>
                <a:gd name="connsiteY14" fmla="*/ 628337 h 829629"/>
                <a:gd name="connsiteX15" fmla="*/ 724879 w 778680"/>
                <a:gd name="connsiteY15" fmla="*/ 628337 h 829629"/>
                <a:gd name="connsiteX16" fmla="*/ 719867 w 778680"/>
                <a:gd name="connsiteY16" fmla="*/ 637803 h 829629"/>
                <a:gd name="connsiteX17" fmla="*/ 701826 w 778680"/>
                <a:gd name="connsiteY17" fmla="*/ 665041 h 829629"/>
                <a:gd name="connsiteX18" fmla="*/ 344574 w 778680"/>
                <a:gd name="connsiteY18" fmla="*/ 665041 h 829629"/>
                <a:gd name="connsiteX19" fmla="*/ 270869 w 778680"/>
                <a:gd name="connsiteY19" fmla="*/ 564992 h 829629"/>
                <a:gd name="connsiteX20" fmla="*/ 754080 w 778680"/>
                <a:gd name="connsiteY20" fmla="*/ 564992 h 829629"/>
                <a:gd name="connsiteX21" fmla="*/ 739031 w 778680"/>
                <a:gd name="connsiteY21" fmla="*/ 601608 h 829629"/>
                <a:gd name="connsiteX22" fmla="*/ 738985 w 778680"/>
                <a:gd name="connsiteY22" fmla="*/ 601696 h 829629"/>
                <a:gd name="connsiteX23" fmla="*/ 297908 w 778680"/>
                <a:gd name="connsiteY23" fmla="*/ 601696 h 829629"/>
                <a:gd name="connsiteX24" fmla="*/ 224204 w 778680"/>
                <a:gd name="connsiteY24" fmla="*/ 501647 h 829629"/>
                <a:gd name="connsiteX25" fmla="*/ 770971 w 778680"/>
                <a:gd name="connsiteY25" fmla="*/ 501647 h 829629"/>
                <a:gd name="connsiteX26" fmla="*/ 766260 w 778680"/>
                <a:gd name="connsiteY26" fmla="*/ 525108 h 829629"/>
                <a:gd name="connsiteX27" fmla="*/ 762253 w 778680"/>
                <a:gd name="connsiteY27" fmla="*/ 538351 h 829629"/>
                <a:gd name="connsiteX28" fmla="*/ 251243 w 778680"/>
                <a:gd name="connsiteY28" fmla="*/ 538351 h 829629"/>
                <a:gd name="connsiteX29" fmla="*/ 176007 w 778680"/>
                <a:gd name="connsiteY29" fmla="*/ 436223 h 829629"/>
                <a:gd name="connsiteX30" fmla="*/ 778453 w 778680"/>
                <a:gd name="connsiteY30" fmla="*/ 436223 h 829629"/>
                <a:gd name="connsiteX31" fmla="*/ 778390 w 778680"/>
                <a:gd name="connsiteY31" fmla="*/ 445105 h 829629"/>
                <a:gd name="connsiteX32" fmla="*/ 775521 w 778680"/>
                <a:gd name="connsiteY32" fmla="*/ 472927 h 829629"/>
                <a:gd name="connsiteX33" fmla="*/ 203046 w 778680"/>
                <a:gd name="connsiteY33" fmla="*/ 472927 h 829629"/>
                <a:gd name="connsiteX34" fmla="*/ 128857 w 778680"/>
                <a:gd name="connsiteY34" fmla="*/ 372222 h 829629"/>
                <a:gd name="connsiteX35" fmla="*/ 775797 w 778680"/>
                <a:gd name="connsiteY35" fmla="*/ 372222 h 829629"/>
                <a:gd name="connsiteX36" fmla="*/ 778680 w 778680"/>
                <a:gd name="connsiteY36" fmla="*/ 404531 h 829629"/>
                <a:gd name="connsiteX37" fmla="*/ 778649 w 778680"/>
                <a:gd name="connsiteY37" fmla="*/ 408925 h 829629"/>
                <a:gd name="connsiteX38" fmla="*/ 155897 w 778680"/>
                <a:gd name="connsiteY38" fmla="*/ 408925 h 829629"/>
                <a:gd name="connsiteX39" fmla="*/ 81230 w 778680"/>
                <a:gd name="connsiteY39" fmla="*/ 307571 h 829629"/>
                <a:gd name="connsiteX40" fmla="*/ 762771 w 778680"/>
                <a:gd name="connsiteY40" fmla="*/ 307571 h 829629"/>
                <a:gd name="connsiteX41" fmla="*/ 767487 w 778680"/>
                <a:gd name="connsiteY41" fmla="*/ 323723 h 829629"/>
                <a:gd name="connsiteX42" fmla="*/ 771354 w 778680"/>
                <a:gd name="connsiteY42" fmla="*/ 344274 h 829629"/>
                <a:gd name="connsiteX43" fmla="*/ 108269 w 778680"/>
                <a:gd name="connsiteY43" fmla="*/ 344274 h 829629"/>
                <a:gd name="connsiteX44" fmla="*/ 33602 w 778680"/>
                <a:gd name="connsiteY44" fmla="*/ 242919 h 829629"/>
                <a:gd name="connsiteX45" fmla="*/ 739021 w 778680"/>
                <a:gd name="connsiteY45" fmla="*/ 242919 h 829629"/>
                <a:gd name="connsiteX46" fmla="*/ 740295 w 778680"/>
                <a:gd name="connsiteY46" fmla="*/ 245345 h 829629"/>
                <a:gd name="connsiteX47" fmla="*/ 754115 w 778680"/>
                <a:gd name="connsiteY47" fmla="*/ 279623 h 829629"/>
                <a:gd name="connsiteX48" fmla="*/ 60641 w 778680"/>
                <a:gd name="connsiteY48" fmla="*/ 279623 h 829629"/>
                <a:gd name="connsiteX49" fmla="*/ 12612 w 778680"/>
                <a:gd name="connsiteY49" fmla="*/ 178267 h 829629"/>
                <a:gd name="connsiteX50" fmla="*/ 701042 w 778680"/>
                <a:gd name="connsiteY50" fmla="*/ 178267 h 829629"/>
                <a:gd name="connsiteX51" fmla="*/ 720587 w 778680"/>
                <a:gd name="connsiteY51" fmla="*/ 207809 h 829629"/>
                <a:gd name="connsiteX52" fmla="*/ 724347 w 778680"/>
                <a:gd name="connsiteY52" fmla="*/ 214971 h 829629"/>
                <a:gd name="connsiteX53" fmla="*/ 13012 w 778680"/>
                <a:gd name="connsiteY53" fmla="*/ 214971 h 829629"/>
                <a:gd name="connsiteX54" fmla="*/ 0 w 778680"/>
                <a:gd name="connsiteY54" fmla="*/ 197308 h 829629"/>
                <a:gd name="connsiteX55" fmla="*/ 219764 w 778680"/>
                <a:gd name="connsiteY55" fmla="*/ 22857 h 829629"/>
                <a:gd name="connsiteX56" fmla="*/ 258509 w 778680"/>
                <a:gd name="connsiteY56" fmla="*/ 11545 h 829629"/>
                <a:gd name="connsiteX57" fmla="*/ 459895 w 778680"/>
                <a:gd name="connsiteY57" fmla="*/ 12772 h 829629"/>
                <a:gd name="connsiteX58" fmla="*/ 493230 w 778680"/>
                <a:gd name="connsiteY58" fmla="*/ 22857 h 829629"/>
                <a:gd name="connsiteX59" fmla="*/ 67830 w 778680"/>
                <a:gd name="connsiteY59" fmla="*/ 114922 h 829629"/>
                <a:gd name="connsiteX60" fmla="*/ 645952 w 778680"/>
                <a:gd name="connsiteY60" fmla="*/ 114922 h 829629"/>
                <a:gd name="connsiteX61" fmla="*/ 669392 w 778680"/>
                <a:gd name="connsiteY61" fmla="*/ 138317 h 829629"/>
                <a:gd name="connsiteX62" fmla="*/ 680274 w 778680"/>
                <a:gd name="connsiteY62" fmla="*/ 151626 h 829629"/>
                <a:gd name="connsiteX63" fmla="*/ 33383 w 778680"/>
                <a:gd name="connsiteY63" fmla="*/ 151626 h 829629"/>
                <a:gd name="connsiteX64" fmla="*/ 43153 w 778680"/>
                <a:gd name="connsiteY64" fmla="*/ 139647 h 829629"/>
                <a:gd name="connsiteX65" fmla="*/ 106556 w 778680"/>
                <a:gd name="connsiteY65" fmla="*/ 82288 h 829629"/>
                <a:gd name="connsiteX66" fmla="*/ 142595 w 778680"/>
                <a:gd name="connsiteY66" fmla="*/ 58445 h 829629"/>
                <a:gd name="connsiteX67" fmla="*/ 155675 w 778680"/>
                <a:gd name="connsiteY67" fmla="*/ 51577 h 829629"/>
                <a:gd name="connsiteX68" fmla="*/ 558259 w 778680"/>
                <a:gd name="connsiteY68" fmla="*/ 51577 h 829629"/>
                <a:gd name="connsiteX69" fmla="*/ 572590 w 778680"/>
                <a:gd name="connsiteY69" fmla="*/ 59165 h 829629"/>
                <a:gd name="connsiteX70" fmla="*/ 607018 w 778680"/>
                <a:gd name="connsiteY70" fmla="*/ 81969 h 829629"/>
                <a:gd name="connsiteX71" fmla="*/ 614757 w 778680"/>
                <a:gd name="connsiteY71" fmla="*/ 88281 h 829629"/>
                <a:gd name="connsiteX72" fmla="*/ 99226 w 778680"/>
                <a:gd name="connsiteY72" fmla="*/ 88281 h 82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778680" h="829629">
                  <a:moveTo>
                    <a:pt x="460419" y="822292"/>
                  </a:moveTo>
                  <a:lnTo>
                    <a:pt x="490958" y="822292"/>
                  </a:lnTo>
                  <a:lnTo>
                    <a:pt x="465824" y="829629"/>
                  </a:lnTo>
                  <a:close/>
                  <a:moveTo>
                    <a:pt x="412791" y="757640"/>
                  </a:moveTo>
                  <a:lnTo>
                    <a:pt x="612542" y="757640"/>
                  </a:lnTo>
                  <a:lnTo>
                    <a:pt x="607262" y="761957"/>
                  </a:lnTo>
                  <a:cubicBezTo>
                    <a:pt x="595531" y="770599"/>
                    <a:pt x="583502" y="778544"/>
                    <a:pt x="571223" y="785800"/>
                  </a:cubicBezTo>
                  <a:lnTo>
                    <a:pt x="554949" y="794344"/>
                  </a:lnTo>
                  <a:lnTo>
                    <a:pt x="439830" y="794344"/>
                  </a:lnTo>
                  <a:close/>
                  <a:moveTo>
                    <a:pt x="365163" y="692989"/>
                  </a:moveTo>
                  <a:lnTo>
                    <a:pt x="680133" y="692989"/>
                  </a:lnTo>
                  <a:lnTo>
                    <a:pt x="670664" y="704598"/>
                  </a:lnTo>
                  <a:lnTo>
                    <a:pt x="645619" y="729692"/>
                  </a:lnTo>
                  <a:lnTo>
                    <a:pt x="392202" y="729693"/>
                  </a:lnTo>
                  <a:close/>
                  <a:moveTo>
                    <a:pt x="317535" y="628337"/>
                  </a:moveTo>
                  <a:lnTo>
                    <a:pt x="724879" y="628337"/>
                  </a:lnTo>
                  <a:lnTo>
                    <a:pt x="719867" y="637803"/>
                  </a:lnTo>
                  <a:lnTo>
                    <a:pt x="701826" y="665041"/>
                  </a:lnTo>
                  <a:lnTo>
                    <a:pt x="344574" y="665041"/>
                  </a:lnTo>
                  <a:close/>
                  <a:moveTo>
                    <a:pt x="270869" y="564992"/>
                  </a:moveTo>
                  <a:lnTo>
                    <a:pt x="754080" y="564992"/>
                  </a:lnTo>
                  <a:lnTo>
                    <a:pt x="739031" y="601608"/>
                  </a:lnTo>
                  <a:lnTo>
                    <a:pt x="738985" y="601696"/>
                  </a:lnTo>
                  <a:lnTo>
                    <a:pt x="297908" y="601696"/>
                  </a:lnTo>
                  <a:close/>
                  <a:moveTo>
                    <a:pt x="224204" y="501647"/>
                  </a:moveTo>
                  <a:lnTo>
                    <a:pt x="770971" y="501647"/>
                  </a:lnTo>
                  <a:lnTo>
                    <a:pt x="766260" y="525108"/>
                  </a:lnTo>
                  <a:lnTo>
                    <a:pt x="762253" y="538351"/>
                  </a:lnTo>
                  <a:lnTo>
                    <a:pt x="251243" y="538351"/>
                  </a:lnTo>
                  <a:close/>
                  <a:moveTo>
                    <a:pt x="176007" y="436223"/>
                  </a:moveTo>
                  <a:lnTo>
                    <a:pt x="778453" y="436223"/>
                  </a:lnTo>
                  <a:lnTo>
                    <a:pt x="778390" y="445105"/>
                  </a:lnTo>
                  <a:lnTo>
                    <a:pt x="775521" y="472927"/>
                  </a:lnTo>
                  <a:lnTo>
                    <a:pt x="203046" y="472927"/>
                  </a:lnTo>
                  <a:close/>
                  <a:moveTo>
                    <a:pt x="128857" y="372222"/>
                  </a:moveTo>
                  <a:lnTo>
                    <a:pt x="775797" y="372222"/>
                  </a:lnTo>
                  <a:lnTo>
                    <a:pt x="778680" y="404531"/>
                  </a:lnTo>
                  <a:lnTo>
                    <a:pt x="778649" y="408925"/>
                  </a:lnTo>
                  <a:lnTo>
                    <a:pt x="155897" y="408925"/>
                  </a:lnTo>
                  <a:close/>
                  <a:moveTo>
                    <a:pt x="81230" y="307571"/>
                  </a:moveTo>
                  <a:lnTo>
                    <a:pt x="762771" y="307571"/>
                  </a:lnTo>
                  <a:lnTo>
                    <a:pt x="767487" y="323723"/>
                  </a:lnTo>
                  <a:lnTo>
                    <a:pt x="771354" y="344274"/>
                  </a:lnTo>
                  <a:lnTo>
                    <a:pt x="108269" y="344274"/>
                  </a:lnTo>
                  <a:close/>
                  <a:moveTo>
                    <a:pt x="33602" y="242919"/>
                  </a:moveTo>
                  <a:lnTo>
                    <a:pt x="739021" y="242919"/>
                  </a:lnTo>
                  <a:lnTo>
                    <a:pt x="740295" y="245345"/>
                  </a:lnTo>
                  <a:lnTo>
                    <a:pt x="754115" y="279623"/>
                  </a:lnTo>
                  <a:lnTo>
                    <a:pt x="60641" y="279623"/>
                  </a:lnTo>
                  <a:close/>
                  <a:moveTo>
                    <a:pt x="12612" y="178267"/>
                  </a:moveTo>
                  <a:lnTo>
                    <a:pt x="701042" y="178267"/>
                  </a:lnTo>
                  <a:lnTo>
                    <a:pt x="720587" y="207809"/>
                  </a:lnTo>
                  <a:lnTo>
                    <a:pt x="724347" y="214971"/>
                  </a:lnTo>
                  <a:lnTo>
                    <a:pt x="13012" y="214971"/>
                  </a:lnTo>
                  <a:lnTo>
                    <a:pt x="0" y="197308"/>
                  </a:lnTo>
                  <a:close/>
                  <a:moveTo>
                    <a:pt x="219764" y="22857"/>
                  </a:moveTo>
                  <a:lnTo>
                    <a:pt x="258509" y="11545"/>
                  </a:lnTo>
                  <a:cubicBezTo>
                    <a:pt x="325166" y="-4399"/>
                    <a:pt x="394355" y="-3677"/>
                    <a:pt x="459895" y="12772"/>
                  </a:cubicBezTo>
                  <a:lnTo>
                    <a:pt x="493230" y="22857"/>
                  </a:lnTo>
                  <a:close/>
                  <a:moveTo>
                    <a:pt x="67830" y="114922"/>
                  </a:moveTo>
                  <a:lnTo>
                    <a:pt x="645952" y="114922"/>
                  </a:lnTo>
                  <a:lnTo>
                    <a:pt x="669392" y="138317"/>
                  </a:lnTo>
                  <a:lnTo>
                    <a:pt x="680274" y="151626"/>
                  </a:lnTo>
                  <a:lnTo>
                    <a:pt x="33383" y="151626"/>
                  </a:lnTo>
                  <a:lnTo>
                    <a:pt x="43153" y="139647"/>
                  </a:lnTo>
                  <a:close/>
                  <a:moveTo>
                    <a:pt x="106556" y="82288"/>
                  </a:moveTo>
                  <a:cubicBezTo>
                    <a:pt x="118286" y="73646"/>
                    <a:pt x="130316" y="65701"/>
                    <a:pt x="142595" y="58445"/>
                  </a:cubicBezTo>
                  <a:lnTo>
                    <a:pt x="155675" y="51577"/>
                  </a:lnTo>
                  <a:lnTo>
                    <a:pt x="558259" y="51577"/>
                  </a:lnTo>
                  <a:lnTo>
                    <a:pt x="572590" y="59165"/>
                  </a:lnTo>
                  <a:cubicBezTo>
                    <a:pt x="584377" y="66162"/>
                    <a:pt x="595869" y="73766"/>
                    <a:pt x="607018" y="81969"/>
                  </a:cubicBezTo>
                  <a:lnTo>
                    <a:pt x="614757" y="88281"/>
                  </a:lnTo>
                  <a:lnTo>
                    <a:pt x="99226" y="882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0804" y="250854"/>
              <a:ext cx="384543" cy="38454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59273" y="167183"/>
              <a:ext cx="284309" cy="28430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1" name="任意多边形: 形状 10"/>
          <p:cNvSpPr/>
          <p:nvPr/>
        </p:nvSpPr>
        <p:spPr>
          <a:xfrm rot="16200000" flipV="1">
            <a:off x="10960734" y="-594426"/>
            <a:ext cx="542668" cy="1731517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1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0989373" y="5965453"/>
            <a:ext cx="1477047" cy="1257966"/>
            <a:chOff x="8679501" y="4238521"/>
            <a:chExt cx="4307101" cy="3668256"/>
          </a:xfrm>
        </p:grpSpPr>
        <p:sp>
          <p:nvSpPr>
            <p:cNvPr id="34" name="任意多边形: 形状 33"/>
            <p:cNvSpPr/>
            <p:nvPr/>
          </p:nvSpPr>
          <p:spPr>
            <a:xfrm rot="18539626">
              <a:off x="10671029" y="4456186"/>
              <a:ext cx="2533237" cy="2097908"/>
            </a:xfrm>
            <a:custGeom>
              <a:avLst/>
              <a:gdLst>
                <a:gd name="connsiteX0" fmla="*/ 2470043 w 2533237"/>
                <a:gd name="connsiteY0" fmla="*/ 256891 h 2097908"/>
                <a:gd name="connsiteX1" fmla="*/ 2513912 w 2533237"/>
                <a:gd name="connsiteY1" fmla="*/ 313624 h 2097908"/>
                <a:gd name="connsiteX2" fmla="*/ 2533237 w 2533237"/>
                <a:gd name="connsiteY2" fmla="*/ 350757 h 2097908"/>
                <a:gd name="connsiteX3" fmla="*/ 375205 w 2533237"/>
                <a:gd name="connsiteY3" fmla="*/ 2097908 h 2097908"/>
                <a:gd name="connsiteX4" fmla="*/ 90574 w 2533237"/>
                <a:gd name="connsiteY4" fmla="*/ 1746341 h 2097908"/>
                <a:gd name="connsiteX5" fmla="*/ 0 w 2533237"/>
                <a:gd name="connsiteY5" fmla="*/ 540570 h 2097908"/>
                <a:gd name="connsiteX6" fmla="*/ 555701 w 2533237"/>
                <a:gd name="connsiteY6" fmla="*/ 0 h 2097908"/>
                <a:gd name="connsiteX7" fmla="*/ 2470043 w 2533237"/>
                <a:gd name="connsiteY7" fmla="*/ 256891 h 2097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3237" h="2097908">
                  <a:moveTo>
                    <a:pt x="2470043" y="256891"/>
                  </a:moveTo>
                  <a:cubicBezTo>
                    <a:pt x="2485559" y="273100"/>
                    <a:pt x="2500171" y="291902"/>
                    <a:pt x="2513912" y="313624"/>
                  </a:cubicBezTo>
                  <a:lnTo>
                    <a:pt x="2533237" y="350757"/>
                  </a:lnTo>
                  <a:lnTo>
                    <a:pt x="375205" y="2097908"/>
                  </a:lnTo>
                  <a:lnTo>
                    <a:pt x="90574" y="1746341"/>
                  </a:lnTo>
                  <a:lnTo>
                    <a:pt x="0" y="540570"/>
                  </a:lnTo>
                  <a:cubicBezTo>
                    <a:pt x="0" y="242022"/>
                    <a:pt x="248796" y="0"/>
                    <a:pt x="555701" y="0"/>
                  </a:cubicBezTo>
                  <a:cubicBezTo>
                    <a:pt x="1781132" y="458944"/>
                    <a:pt x="2190754" y="-34881"/>
                    <a:pt x="2470043" y="2568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8679501" y="5192753"/>
              <a:ext cx="3512499" cy="2714024"/>
              <a:chOff x="8679501" y="5192753"/>
              <a:chExt cx="3512499" cy="2714024"/>
            </a:xfrm>
          </p:grpSpPr>
          <p:sp>
            <p:nvSpPr>
              <p:cNvPr id="36" name="任意多边形: 形状 35"/>
              <p:cNvSpPr/>
              <p:nvPr/>
            </p:nvSpPr>
            <p:spPr>
              <a:xfrm rot="18928101">
                <a:off x="8679501" y="5722472"/>
                <a:ext cx="2096609" cy="2184305"/>
              </a:xfrm>
              <a:custGeom>
                <a:avLst/>
                <a:gdLst>
                  <a:gd name="connsiteX0" fmla="*/ 1732576 w 2096609"/>
                  <a:gd name="connsiteY0" fmla="*/ 406742 h 2184305"/>
                  <a:gd name="connsiteX1" fmla="*/ 2096609 w 2096609"/>
                  <a:gd name="connsiteY1" fmla="*/ 1310193 h 2184305"/>
                  <a:gd name="connsiteX2" fmla="*/ 2096609 w 2096609"/>
                  <a:gd name="connsiteY2" fmla="*/ 2184305 h 2184305"/>
                  <a:gd name="connsiteX3" fmla="*/ 0 w 2096609"/>
                  <a:gd name="connsiteY3" fmla="*/ 121695 h 2184305"/>
                  <a:gd name="connsiteX4" fmla="*/ 158251 w 2096609"/>
                  <a:gd name="connsiteY4" fmla="*/ 72467 h 2184305"/>
                  <a:gd name="connsiteX5" fmla="*/ 853724 w 2096609"/>
                  <a:gd name="connsiteY5" fmla="*/ 32519 h 2184305"/>
                  <a:gd name="connsiteX6" fmla="*/ 1732576 w 2096609"/>
                  <a:gd name="connsiteY6" fmla="*/ 406742 h 2184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96609" h="2184305">
                    <a:moveTo>
                      <a:pt x="1732576" y="406742"/>
                    </a:moveTo>
                    <a:cubicBezTo>
                      <a:pt x="1957495" y="637954"/>
                      <a:pt x="2096609" y="957373"/>
                      <a:pt x="2096609" y="1310193"/>
                    </a:cubicBezTo>
                    <a:lnTo>
                      <a:pt x="2096609" y="2184305"/>
                    </a:lnTo>
                    <a:lnTo>
                      <a:pt x="0" y="121695"/>
                    </a:lnTo>
                    <a:lnTo>
                      <a:pt x="158251" y="72467"/>
                    </a:lnTo>
                    <a:cubicBezTo>
                      <a:pt x="345815" y="14201"/>
                      <a:pt x="551246" y="-34761"/>
                      <a:pt x="853724" y="32519"/>
                    </a:cubicBezTo>
                    <a:cubicBezTo>
                      <a:pt x="1196937" y="32519"/>
                      <a:pt x="1507659" y="175528"/>
                      <a:pt x="1732576" y="4067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9938342" y="5192753"/>
                <a:ext cx="2253658" cy="1650594"/>
              </a:xfrm>
              <a:custGeom>
                <a:avLst/>
                <a:gdLst>
                  <a:gd name="connsiteX0" fmla="*/ 0 w 3600450"/>
                  <a:gd name="connsiteY0" fmla="*/ 2565192 h 2565192"/>
                  <a:gd name="connsiteX1" fmla="*/ 1123950 w 3600450"/>
                  <a:gd name="connsiteY1" fmla="*/ 1717467 h 2565192"/>
                  <a:gd name="connsiteX2" fmla="*/ 2190750 w 3600450"/>
                  <a:gd name="connsiteY2" fmla="*/ 1765092 h 2565192"/>
                  <a:gd name="connsiteX3" fmla="*/ 2924175 w 3600450"/>
                  <a:gd name="connsiteY3" fmla="*/ 279192 h 2565192"/>
                  <a:gd name="connsiteX4" fmla="*/ 3600450 w 3600450"/>
                  <a:gd name="connsiteY4" fmla="*/ 2967 h 2565192"/>
                  <a:gd name="connsiteX0-1" fmla="*/ 0 w 3600450"/>
                  <a:gd name="connsiteY0-2" fmla="*/ 2565192 h 2565192"/>
                  <a:gd name="connsiteX1-3" fmla="*/ 447675 w 3600450"/>
                  <a:gd name="connsiteY1-4" fmla="*/ 1746042 h 2565192"/>
                  <a:gd name="connsiteX2-5" fmla="*/ 2190750 w 3600450"/>
                  <a:gd name="connsiteY2-6" fmla="*/ 1765092 h 2565192"/>
                  <a:gd name="connsiteX3-7" fmla="*/ 2924175 w 3600450"/>
                  <a:gd name="connsiteY3-8" fmla="*/ 279192 h 2565192"/>
                  <a:gd name="connsiteX4-9" fmla="*/ 3600450 w 3600450"/>
                  <a:gd name="connsiteY4-10" fmla="*/ 2967 h 2565192"/>
                  <a:gd name="connsiteX0-11" fmla="*/ 0 w 3600450"/>
                  <a:gd name="connsiteY0-12" fmla="*/ 2565192 h 2565192"/>
                  <a:gd name="connsiteX1-13" fmla="*/ 447675 w 3600450"/>
                  <a:gd name="connsiteY1-14" fmla="*/ 1746042 h 2565192"/>
                  <a:gd name="connsiteX2-15" fmla="*/ 2190750 w 3600450"/>
                  <a:gd name="connsiteY2-16" fmla="*/ 1765092 h 2565192"/>
                  <a:gd name="connsiteX3-17" fmla="*/ 2924175 w 3600450"/>
                  <a:gd name="connsiteY3-18" fmla="*/ 279192 h 2565192"/>
                  <a:gd name="connsiteX4-19" fmla="*/ 3600450 w 3600450"/>
                  <a:gd name="connsiteY4-20" fmla="*/ 2967 h 256519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3600450" h="2565192">
                    <a:moveTo>
                      <a:pt x="0" y="2565192"/>
                    </a:moveTo>
                    <a:cubicBezTo>
                      <a:pt x="17462" y="2227054"/>
                      <a:pt x="82550" y="1879392"/>
                      <a:pt x="447675" y="1746042"/>
                    </a:cubicBezTo>
                    <a:cubicBezTo>
                      <a:pt x="812800" y="1612692"/>
                      <a:pt x="1778000" y="2009567"/>
                      <a:pt x="2190750" y="1765092"/>
                    </a:cubicBezTo>
                    <a:cubicBezTo>
                      <a:pt x="2603500" y="1520617"/>
                      <a:pt x="2689225" y="572880"/>
                      <a:pt x="2924175" y="279192"/>
                    </a:cubicBezTo>
                    <a:cubicBezTo>
                      <a:pt x="3159125" y="-14496"/>
                      <a:pt x="3379787" y="-5765"/>
                      <a:pt x="3600450" y="2967"/>
                    </a:cubicBezTo>
                  </a:path>
                </a:pathLst>
              </a:custGeom>
              <a:no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-204884" y="133350"/>
            <a:ext cx="957457" cy="866623"/>
            <a:chOff x="-204884" y="167183"/>
            <a:chExt cx="930231" cy="841980"/>
          </a:xfrm>
        </p:grpSpPr>
        <p:sp>
          <p:nvSpPr>
            <p:cNvPr id="8" name="任意多边形: 形状 7"/>
            <p:cNvSpPr/>
            <p:nvPr/>
          </p:nvSpPr>
          <p:spPr>
            <a:xfrm rot="2182719">
              <a:off x="-204884" y="179534"/>
              <a:ext cx="778680" cy="829629"/>
            </a:xfrm>
            <a:custGeom>
              <a:avLst/>
              <a:gdLst>
                <a:gd name="connsiteX0" fmla="*/ 460419 w 778680"/>
                <a:gd name="connsiteY0" fmla="*/ 822292 h 829629"/>
                <a:gd name="connsiteX1" fmla="*/ 490958 w 778680"/>
                <a:gd name="connsiteY1" fmla="*/ 822292 h 829629"/>
                <a:gd name="connsiteX2" fmla="*/ 465824 w 778680"/>
                <a:gd name="connsiteY2" fmla="*/ 829629 h 829629"/>
                <a:gd name="connsiteX3" fmla="*/ 412791 w 778680"/>
                <a:gd name="connsiteY3" fmla="*/ 757640 h 829629"/>
                <a:gd name="connsiteX4" fmla="*/ 612542 w 778680"/>
                <a:gd name="connsiteY4" fmla="*/ 757640 h 829629"/>
                <a:gd name="connsiteX5" fmla="*/ 607262 w 778680"/>
                <a:gd name="connsiteY5" fmla="*/ 761957 h 829629"/>
                <a:gd name="connsiteX6" fmla="*/ 571223 w 778680"/>
                <a:gd name="connsiteY6" fmla="*/ 785800 h 829629"/>
                <a:gd name="connsiteX7" fmla="*/ 554949 w 778680"/>
                <a:gd name="connsiteY7" fmla="*/ 794344 h 829629"/>
                <a:gd name="connsiteX8" fmla="*/ 439830 w 778680"/>
                <a:gd name="connsiteY8" fmla="*/ 794344 h 829629"/>
                <a:gd name="connsiteX9" fmla="*/ 365163 w 778680"/>
                <a:gd name="connsiteY9" fmla="*/ 692989 h 829629"/>
                <a:gd name="connsiteX10" fmla="*/ 680133 w 778680"/>
                <a:gd name="connsiteY10" fmla="*/ 692989 h 829629"/>
                <a:gd name="connsiteX11" fmla="*/ 670664 w 778680"/>
                <a:gd name="connsiteY11" fmla="*/ 704598 h 829629"/>
                <a:gd name="connsiteX12" fmla="*/ 645619 w 778680"/>
                <a:gd name="connsiteY12" fmla="*/ 729692 h 829629"/>
                <a:gd name="connsiteX13" fmla="*/ 392202 w 778680"/>
                <a:gd name="connsiteY13" fmla="*/ 729693 h 829629"/>
                <a:gd name="connsiteX14" fmla="*/ 317535 w 778680"/>
                <a:gd name="connsiteY14" fmla="*/ 628337 h 829629"/>
                <a:gd name="connsiteX15" fmla="*/ 724879 w 778680"/>
                <a:gd name="connsiteY15" fmla="*/ 628337 h 829629"/>
                <a:gd name="connsiteX16" fmla="*/ 719867 w 778680"/>
                <a:gd name="connsiteY16" fmla="*/ 637803 h 829629"/>
                <a:gd name="connsiteX17" fmla="*/ 701826 w 778680"/>
                <a:gd name="connsiteY17" fmla="*/ 665041 h 829629"/>
                <a:gd name="connsiteX18" fmla="*/ 344574 w 778680"/>
                <a:gd name="connsiteY18" fmla="*/ 665041 h 829629"/>
                <a:gd name="connsiteX19" fmla="*/ 270869 w 778680"/>
                <a:gd name="connsiteY19" fmla="*/ 564992 h 829629"/>
                <a:gd name="connsiteX20" fmla="*/ 754080 w 778680"/>
                <a:gd name="connsiteY20" fmla="*/ 564992 h 829629"/>
                <a:gd name="connsiteX21" fmla="*/ 739031 w 778680"/>
                <a:gd name="connsiteY21" fmla="*/ 601608 h 829629"/>
                <a:gd name="connsiteX22" fmla="*/ 738985 w 778680"/>
                <a:gd name="connsiteY22" fmla="*/ 601696 h 829629"/>
                <a:gd name="connsiteX23" fmla="*/ 297908 w 778680"/>
                <a:gd name="connsiteY23" fmla="*/ 601696 h 829629"/>
                <a:gd name="connsiteX24" fmla="*/ 224204 w 778680"/>
                <a:gd name="connsiteY24" fmla="*/ 501647 h 829629"/>
                <a:gd name="connsiteX25" fmla="*/ 770971 w 778680"/>
                <a:gd name="connsiteY25" fmla="*/ 501647 h 829629"/>
                <a:gd name="connsiteX26" fmla="*/ 766260 w 778680"/>
                <a:gd name="connsiteY26" fmla="*/ 525108 h 829629"/>
                <a:gd name="connsiteX27" fmla="*/ 762253 w 778680"/>
                <a:gd name="connsiteY27" fmla="*/ 538351 h 829629"/>
                <a:gd name="connsiteX28" fmla="*/ 251243 w 778680"/>
                <a:gd name="connsiteY28" fmla="*/ 538351 h 829629"/>
                <a:gd name="connsiteX29" fmla="*/ 176007 w 778680"/>
                <a:gd name="connsiteY29" fmla="*/ 436223 h 829629"/>
                <a:gd name="connsiteX30" fmla="*/ 778453 w 778680"/>
                <a:gd name="connsiteY30" fmla="*/ 436223 h 829629"/>
                <a:gd name="connsiteX31" fmla="*/ 778390 w 778680"/>
                <a:gd name="connsiteY31" fmla="*/ 445105 h 829629"/>
                <a:gd name="connsiteX32" fmla="*/ 775521 w 778680"/>
                <a:gd name="connsiteY32" fmla="*/ 472927 h 829629"/>
                <a:gd name="connsiteX33" fmla="*/ 203046 w 778680"/>
                <a:gd name="connsiteY33" fmla="*/ 472927 h 829629"/>
                <a:gd name="connsiteX34" fmla="*/ 128857 w 778680"/>
                <a:gd name="connsiteY34" fmla="*/ 372222 h 829629"/>
                <a:gd name="connsiteX35" fmla="*/ 775797 w 778680"/>
                <a:gd name="connsiteY35" fmla="*/ 372222 h 829629"/>
                <a:gd name="connsiteX36" fmla="*/ 778680 w 778680"/>
                <a:gd name="connsiteY36" fmla="*/ 404531 h 829629"/>
                <a:gd name="connsiteX37" fmla="*/ 778649 w 778680"/>
                <a:gd name="connsiteY37" fmla="*/ 408925 h 829629"/>
                <a:gd name="connsiteX38" fmla="*/ 155897 w 778680"/>
                <a:gd name="connsiteY38" fmla="*/ 408925 h 829629"/>
                <a:gd name="connsiteX39" fmla="*/ 81230 w 778680"/>
                <a:gd name="connsiteY39" fmla="*/ 307571 h 829629"/>
                <a:gd name="connsiteX40" fmla="*/ 762771 w 778680"/>
                <a:gd name="connsiteY40" fmla="*/ 307571 h 829629"/>
                <a:gd name="connsiteX41" fmla="*/ 767487 w 778680"/>
                <a:gd name="connsiteY41" fmla="*/ 323723 h 829629"/>
                <a:gd name="connsiteX42" fmla="*/ 771354 w 778680"/>
                <a:gd name="connsiteY42" fmla="*/ 344274 h 829629"/>
                <a:gd name="connsiteX43" fmla="*/ 108269 w 778680"/>
                <a:gd name="connsiteY43" fmla="*/ 344274 h 829629"/>
                <a:gd name="connsiteX44" fmla="*/ 33602 w 778680"/>
                <a:gd name="connsiteY44" fmla="*/ 242919 h 829629"/>
                <a:gd name="connsiteX45" fmla="*/ 739021 w 778680"/>
                <a:gd name="connsiteY45" fmla="*/ 242919 h 829629"/>
                <a:gd name="connsiteX46" fmla="*/ 740295 w 778680"/>
                <a:gd name="connsiteY46" fmla="*/ 245345 h 829629"/>
                <a:gd name="connsiteX47" fmla="*/ 754115 w 778680"/>
                <a:gd name="connsiteY47" fmla="*/ 279623 h 829629"/>
                <a:gd name="connsiteX48" fmla="*/ 60641 w 778680"/>
                <a:gd name="connsiteY48" fmla="*/ 279623 h 829629"/>
                <a:gd name="connsiteX49" fmla="*/ 12612 w 778680"/>
                <a:gd name="connsiteY49" fmla="*/ 178267 h 829629"/>
                <a:gd name="connsiteX50" fmla="*/ 701042 w 778680"/>
                <a:gd name="connsiteY50" fmla="*/ 178267 h 829629"/>
                <a:gd name="connsiteX51" fmla="*/ 720587 w 778680"/>
                <a:gd name="connsiteY51" fmla="*/ 207809 h 829629"/>
                <a:gd name="connsiteX52" fmla="*/ 724347 w 778680"/>
                <a:gd name="connsiteY52" fmla="*/ 214971 h 829629"/>
                <a:gd name="connsiteX53" fmla="*/ 13012 w 778680"/>
                <a:gd name="connsiteY53" fmla="*/ 214971 h 829629"/>
                <a:gd name="connsiteX54" fmla="*/ 0 w 778680"/>
                <a:gd name="connsiteY54" fmla="*/ 197308 h 829629"/>
                <a:gd name="connsiteX55" fmla="*/ 219764 w 778680"/>
                <a:gd name="connsiteY55" fmla="*/ 22857 h 829629"/>
                <a:gd name="connsiteX56" fmla="*/ 258509 w 778680"/>
                <a:gd name="connsiteY56" fmla="*/ 11545 h 829629"/>
                <a:gd name="connsiteX57" fmla="*/ 459895 w 778680"/>
                <a:gd name="connsiteY57" fmla="*/ 12772 h 829629"/>
                <a:gd name="connsiteX58" fmla="*/ 493230 w 778680"/>
                <a:gd name="connsiteY58" fmla="*/ 22857 h 829629"/>
                <a:gd name="connsiteX59" fmla="*/ 67830 w 778680"/>
                <a:gd name="connsiteY59" fmla="*/ 114922 h 829629"/>
                <a:gd name="connsiteX60" fmla="*/ 645952 w 778680"/>
                <a:gd name="connsiteY60" fmla="*/ 114922 h 829629"/>
                <a:gd name="connsiteX61" fmla="*/ 669392 w 778680"/>
                <a:gd name="connsiteY61" fmla="*/ 138317 h 829629"/>
                <a:gd name="connsiteX62" fmla="*/ 680274 w 778680"/>
                <a:gd name="connsiteY62" fmla="*/ 151626 h 829629"/>
                <a:gd name="connsiteX63" fmla="*/ 33383 w 778680"/>
                <a:gd name="connsiteY63" fmla="*/ 151626 h 829629"/>
                <a:gd name="connsiteX64" fmla="*/ 43153 w 778680"/>
                <a:gd name="connsiteY64" fmla="*/ 139647 h 829629"/>
                <a:gd name="connsiteX65" fmla="*/ 106556 w 778680"/>
                <a:gd name="connsiteY65" fmla="*/ 82288 h 829629"/>
                <a:gd name="connsiteX66" fmla="*/ 142595 w 778680"/>
                <a:gd name="connsiteY66" fmla="*/ 58445 h 829629"/>
                <a:gd name="connsiteX67" fmla="*/ 155675 w 778680"/>
                <a:gd name="connsiteY67" fmla="*/ 51577 h 829629"/>
                <a:gd name="connsiteX68" fmla="*/ 558259 w 778680"/>
                <a:gd name="connsiteY68" fmla="*/ 51577 h 829629"/>
                <a:gd name="connsiteX69" fmla="*/ 572590 w 778680"/>
                <a:gd name="connsiteY69" fmla="*/ 59165 h 829629"/>
                <a:gd name="connsiteX70" fmla="*/ 607018 w 778680"/>
                <a:gd name="connsiteY70" fmla="*/ 81969 h 829629"/>
                <a:gd name="connsiteX71" fmla="*/ 614757 w 778680"/>
                <a:gd name="connsiteY71" fmla="*/ 88281 h 829629"/>
                <a:gd name="connsiteX72" fmla="*/ 99226 w 778680"/>
                <a:gd name="connsiteY72" fmla="*/ 88281 h 82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778680" h="829629">
                  <a:moveTo>
                    <a:pt x="460419" y="822292"/>
                  </a:moveTo>
                  <a:lnTo>
                    <a:pt x="490958" y="822292"/>
                  </a:lnTo>
                  <a:lnTo>
                    <a:pt x="465824" y="829629"/>
                  </a:lnTo>
                  <a:close/>
                  <a:moveTo>
                    <a:pt x="412791" y="757640"/>
                  </a:moveTo>
                  <a:lnTo>
                    <a:pt x="612542" y="757640"/>
                  </a:lnTo>
                  <a:lnTo>
                    <a:pt x="607262" y="761957"/>
                  </a:lnTo>
                  <a:cubicBezTo>
                    <a:pt x="595531" y="770599"/>
                    <a:pt x="583502" y="778544"/>
                    <a:pt x="571223" y="785800"/>
                  </a:cubicBezTo>
                  <a:lnTo>
                    <a:pt x="554949" y="794344"/>
                  </a:lnTo>
                  <a:lnTo>
                    <a:pt x="439830" y="794344"/>
                  </a:lnTo>
                  <a:close/>
                  <a:moveTo>
                    <a:pt x="365163" y="692989"/>
                  </a:moveTo>
                  <a:lnTo>
                    <a:pt x="680133" y="692989"/>
                  </a:lnTo>
                  <a:lnTo>
                    <a:pt x="670664" y="704598"/>
                  </a:lnTo>
                  <a:lnTo>
                    <a:pt x="645619" y="729692"/>
                  </a:lnTo>
                  <a:lnTo>
                    <a:pt x="392202" y="729693"/>
                  </a:lnTo>
                  <a:close/>
                  <a:moveTo>
                    <a:pt x="317535" y="628337"/>
                  </a:moveTo>
                  <a:lnTo>
                    <a:pt x="724879" y="628337"/>
                  </a:lnTo>
                  <a:lnTo>
                    <a:pt x="719867" y="637803"/>
                  </a:lnTo>
                  <a:lnTo>
                    <a:pt x="701826" y="665041"/>
                  </a:lnTo>
                  <a:lnTo>
                    <a:pt x="344574" y="665041"/>
                  </a:lnTo>
                  <a:close/>
                  <a:moveTo>
                    <a:pt x="270869" y="564992"/>
                  </a:moveTo>
                  <a:lnTo>
                    <a:pt x="754080" y="564992"/>
                  </a:lnTo>
                  <a:lnTo>
                    <a:pt x="739031" y="601608"/>
                  </a:lnTo>
                  <a:lnTo>
                    <a:pt x="738985" y="601696"/>
                  </a:lnTo>
                  <a:lnTo>
                    <a:pt x="297908" y="601696"/>
                  </a:lnTo>
                  <a:close/>
                  <a:moveTo>
                    <a:pt x="224204" y="501647"/>
                  </a:moveTo>
                  <a:lnTo>
                    <a:pt x="770971" y="501647"/>
                  </a:lnTo>
                  <a:lnTo>
                    <a:pt x="766260" y="525108"/>
                  </a:lnTo>
                  <a:lnTo>
                    <a:pt x="762253" y="538351"/>
                  </a:lnTo>
                  <a:lnTo>
                    <a:pt x="251243" y="538351"/>
                  </a:lnTo>
                  <a:close/>
                  <a:moveTo>
                    <a:pt x="176007" y="436223"/>
                  </a:moveTo>
                  <a:lnTo>
                    <a:pt x="778453" y="436223"/>
                  </a:lnTo>
                  <a:lnTo>
                    <a:pt x="778390" y="445105"/>
                  </a:lnTo>
                  <a:lnTo>
                    <a:pt x="775521" y="472927"/>
                  </a:lnTo>
                  <a:lnTo>
                    <a:pt x="203046" y="472927"/>
                  </a:lnTo>
                  <a:close/>
                  <a:moveTo>
                    <a:pt x="128857" y="372222"/>
                  </a:moveTo>
                  <a:lnTo>
                    <a:pt x="775797" y="372222"/>
                  </a:lnTo>
                  <a:lnTo>
                    <a:pt x="778680" y="404531"/>
                  </a:lnTo>
                  <a:lnTo>
                    <a:pt x="778649" y="408925"/>
                  </a:lnTo>
                  <a:lnTo>
                    <a:pt x="155897" y="408925"/>
                  </a:lnTo>
                  <a:close/>
                  <a:moveTo>
                    <a:pt x="81230" y="307571"/>
                  </a:moveTo>
                  <a:lnTo>
                    <a:pt x="762771" y="307571"/>
                  </a:lnTo>
                  <a:lnTo>
                    <a:pt x="767487" y="323723"/>
                  </a:lnTo>
                  <a:lnTo>
                    <a:pt x="771354" y="344274"/>
                  </a:lnTo>
                  <a:lnTo>
                    <a:pt x="108269" y="344274"/>
                  </a:lnTo>
                  <a:close/>
                  <a:moveTo>
                    <a:pt x="33602" y="242919"/>
                  </a:moveTo>
                  <a:lnTo>
                    <a:pt x="739021" y="242919"/>
                  </a:lnTo>
                  <a:lnTo>
                    <a:pt x="740295" y="245345"/>
                  </a:lnTo>
                  <a:lnTo>
                    <a:pt x="754115" y="279623"/>
                  </a:lnTo>
                  <a:lnTo>
                    <a:pt x="60641" y="279623"/>
                  </a:lnTo>
                  <a:close/>
                  <a:moveTo>
                    <a:pt x="12612" y="178267"/>
                  </a:moveTo>
                  <a:lnTo>
                    <a:pt x="701042" y="178267"/>
                  </a:lnTo>
                  <a:lnTo>
                    <a:pt x="720587" y="207809"/>
                  </a:lnTo>
                  <a:lnTo>
                    <a:pt x="724347" y="214971"/>
                  </a:lnTo>
                  <a:lnTo>
                    <a:pt x="13012" y="214971"/>
                  </a:lnTo>
                  <a:lnTo>
                    <a:pt x="0" y="197308"/>
                  </a:lnTo>
                  <a:close/>
                  <a:moveTo>
                    <a:pt x="219764" y="22857"/>
                  </a:moveTo>
                  <a:lnTo>
                    <a:pt x="258509" y="11545"/>
                  </a:lnTo>
                  <a:cubicBezTo>
                    <a:pt x="325166" y="-4399"/>
                    <a:pt x="394355" y="-3677"/>
                    <a:pt x="459895" y="12772"/>
                  </a:cubicBezTo>
                  <a:lnTo>
                    <a:pt x="493230" y="22857"/>
                  </a:lnTo>
                  <a:close/>
                  <a:moveTo>
                    <a:pt x="67830" y="114922"/>
                  </a:moveTo>
                  <a:lnTo>
                    <a:pt x="645952" y="114922"/>
                  </a:lnTo>
                  <a:lnTo>
                    <a:pt x="669392" y="138317"/>
                  </a:lnTo>
                  <a:lnTo>
                    <a:pt x="680274" y="151626"/>
                  </a:lnTo>
                  <a:lnTo>
                    <a:pt x="33383" y="151626"/>
                  </a:lnTo>
                  <a:lnTo>
                    <a:pt x="43153" y="139647"/>
                  </a:lnTo>
                  <a:close/>
                  <a:moveTo>
                    <a:pt x="106556" y="82288"/>
                  </a:moveTo>
                  <a:cubicBezTo>
                    <a:pt x="118286" y="73646"/>
                    <a:pt x="130316" y="65701"/>
                    <a:pt x="142595" y="58445"/>
                  </a:cubicBezTo>
                  <a:lnTo>
                    <a:pt x="155675" y="51577"/>
                  </a:lnTo>
                  <a:lnTo>
                    <a:pt x="558259" y="51577"/>
                  </a:lnTo>
                  <a:lnTo>
                    <a:pt x="572590" y="59165"/>
                  </a:lnTo>
                  <a:cubicBezTo>
                    <a:pt x="584377" y="66162"/>
                    <a:pt x="595869" y="73766"/>
                    <a:pt x="607018" y="81969"/>
                  </a:cubicBezTo>
                  <a:lnTo>
                    <a:pt x="614757" y="88281"/>
                  </a:lnTo>
                  <a:lnTo>
                    <a:pt x="99226" y="882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0804" y="250854"/>
              <a:ext cx="384543" cy="38454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59273" y="167183"/>
              <a:ext cx="284309" cy="28430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1" name="任意多边形: 形状 10"/>
          <p:cNvSpPr/>
          <p:nvPr/>
        </p:nvSpPr>
        <p:spPr>
          <a:xfrm rot="16200000" flipV="1">
            <a:off x="10960734" y="-594426"/>
            <a:ext cx="542668" cy="1731517"/>
          </a:xfrm>
          <a:custGeom>
            <a:avLst/>
            <a:gdLst>
              <a:gd name="connsiteX0" fmla="*/ 824558 w 824557"/>
              <a:gd name="connsiteY0" fmla="*/ 45975 h 2519381"/>
              <a:gd name="connsiteX1" fmla="*/ 480913 w 824557"/>
              <a:gd name="connsiteY1" fmla="*/ 7106 h 2519381"/>
              <a:gd name="connsiteX2" fmla="*/ 324265 w 824557"/>
              <a:gd name="connsiteY2" fmla="*/ 1063707 h 2519381"/>
              <a:gd name="connsiteX3" fmla="*/ 660296 w 824557"/>
              <a:gd name="connsiteY3" fmla="*/ 2435307 h 2519381"/>
              <a:gd name="connsiteX4" fmla="*/ 824558 w 824557"/>
              <a:gd name="connsiteY4" fmla="*/ 2519382 h 2519381"/>
              <a:gd name="connsiteX5" fmla="*/ 824558 w 824557"/>
              <a:gd name="connsiteY5" fmla="*/ 45975 h 251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4557" h="2519381">
                <a:moveTo>
                  <a:pt x="824558" y="45975"/>
                </a:moveTo>
                <a:cubicBezTo>
                  <a:pt x="721155" y="5456"/>
                  <a:pt x="606997" y="-10518"/>
                  <a:pt x="480913" y="7106"/>
                </a:cubicBezTo>
                <a:cubicBezTo>
                  <a:pt x="115383" y="58169"/>
                  <a:pt x="-307065" y="681512"/>
                  <a:pt x="324265" y="1063707"/>
                </a:cubicBezTo>
                <a:cubicBezTo>
                  <a:pt x="1170759" y="1576087"/>
                  <a:pt x="126245" y="1987620"/>
                  <a:pt x="660296" y="2435307"/>
                </a:cubicBezTo>
                <a:cubicBezTo>
                  <a:pt x="707418" y="2474815"/>
                  <a:pt x="763326" y="2502609"/>
                  <a:pt x="824558" y="2519382"/>
                </a:cubicBezTo>
                <a:lnTo>
                  <a:pt x="824558" y="45975"/>
                </a:lnTo>
                <a:close/>
              </a:path>
            </a:pathLst>
          </a:custGeom>
          <a:solidFill>
            <a:schemeClr val="accent1"/>
          </a:solidFill>
          <a:ln w="531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思源宋体 CN Heavy" panose="02020900000000000000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0989373" y="5965453"/>
            <a:ext cx="1477047" cy="1257966"/>
            <a:chOff x="8679501" y="4238521"/>
            <a:chExt cx="4307101" cy="3668256"/>
          </a:xfrm>
        </p:grpSpPr>
        <p:sp>
          <p:nvSpPr>
            <p:cNvPr id="34" name="任意多边形: 形状 33"/>
            <p:cNvSpPr/>
            <p:nvPr/>
          </p:nvSpPr>
          <p:spPr>
            <a:xfrm rot="18539626">
              <a:off x="10671029" y="4456186"/>
              <a:ext cx="2533237" cy="2097908"/>
            </a:xfrm>
            <a:custGeom>
              <a:avLst/>
              <a:gdLst>
                <a:gd name="connsiteX0" fmla="*/ 2470043 w 2533237"/>
                <a:gd name="connsiteY0" fmla="*/ 256891 h 2097908"/>
                <a:gd name="connsiteX1" fmla="*/ 2513912 w 2533237"/>
                <a:gd name="connsiteY1" fmla="*/ 313624 h 2097908"/>
                <a:gd name="connsiteX2" fmla="*/ 2533237 w 2533237"/>
                <a:gd name="connsiteY2" fmla="*/ 350757 h 2097908"/>
                <a:gd name="connsiteX3" fmla="*/ 375205 w 2533237"/>
                <a:gd name="connsiteY3" fmla="*/ 2097908 h 2097908"/>
                <a:gd name="connsiteX4" fmla="*/ 90574 w 2533237"/>
                <a:gd name="connsiteY4" fmla="*/ 1746341 h 2097908"/>
                <a:gd name="connsiteX5" fmla="*/ 0 w 2533237"/>
                <a:gd name="connsiteY5" fmla="*/ 540570 h 2097908"/>
                <a:gd name="connsiteX6" fmla="*/ 555701 w 2533237"/>
                <a:gd name="connsiteY6" fmla="*/ 0 h 2097908"/>
                <a:gd name="connsiteX7" fmla="*/ 2470043 w 2533237"/>
                <a:gd name="connsiteY7" fmla="*/ 256891 h 2097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3237" h="2097908">
                  <a:moveTo>
                    <a:pt x="2470043" y="256891"/>
                  </a:moveTo>
                  <a:cubicBezTo>
                    <a:pt x="2485559" y="273100"/>
                    <a:pt x="2500171" y="291902"/>
                    <a:pt x="2513912" y="313624"/>
                  </a:cubicBezTo>
                  <a:lnTo>
                    <a:pt x="2533237" y="350757"/>
                  </a:lnTo>
                  <a:lnTo>
                    <a:pt x="375205" y="2097908"/>
                  </a:lnTo>
                  <a:lnTo>
                    <a:pt x="90574" y="1746341"/>
                  </a:lnTo>
                  <a:lnTo>
                    <a:pt x="0" y="540570"/>
                  </a:lnTo>
                  <a:cubicBezTo>
                    <a:pt x="0" y="242022"/>
                    <a:pt x="248796" y="0"/>
                    <a:pt x="555701" y="0"/>
                  </a:cubicBezTo>
                  <a:cubicBezTo>
                    <a:pt x="1781132" y="458944"/>
                    <a:pt x="2190754" y="-34881"/>
                    <a:pt x="2470043" y="2568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8679501" y="5192753"/>
              <a:ext cx="3512499" cy="2714024"/>
              <a:chOff x="8679501" y="5192753"/>
              <a:chExt cx="3512499" cy="2714024"/>
            </a:xfrm>
          </p:grpSpPr>
          <p:sp>
            <p:nvSpPr>
              <p:cNvPr id="36" name="任意多边形: 形状 35"/>
              <p:cNvSpPr/>
              <p:nvPr/>
            </p:nvSpPr>
            <p:spPr>
              <a:xfrm rot="18928101">
                <a:off x="8679501" y="5722472"/>
                <a:ext cx="2096609" cy="2184305"/>
              </a:xfrm>
              <a:custGeom>
                <a:avLst/>
                <a:gdLst>
                  <a:gd name="connsiteX0" fmla="*/ 1732576 w 2096609"/>
                  <a:gd name="connsiteY0" fmla="*/ 406742 h 2184305"/>
                  <a:gd name="connsiteX1" fmla="*/ 2096609 w 2096609"/>
                  <a:gd name="connsiteY1" fmla="*/ 1310193 h 2184305"/>
                  <a:gd name="connsiteX2" fmla="*/ 2096609 w 2096609"/>
                  <a:gd name="connsiteY2" fmla="*/ 2184305 h 2184305"/>
                  <a:gd name="connsiteX3" fmla="*/ 0 w 2096609"/>
                  <a:gd name="connsiteY3" fmla="*/ 121695 h 2184305"/>
                  <a:gd name="connsiteX4" fmla="*/ 158251 w 2096609"/>
                  <a:gd name="connsiteY4" fmla="*/ 72467 h 2184305"/>
                  <a:gd name="connsiteX5" fmla="*/ 853724 w 2096609"/>
                  <a:gd name="connsiteY5" fmla="*/ 32519 h 2184305"/>
                  <a:gd name="connsiteX6" fmla="*/ 1732576 w 2096609"/>
                  <a:gd name="connsiteY6" fmla="*/ 406742 h 2184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96609" h="2184305">
                    <a:moveTo>
                      <a:pt x="1732576" y="406742"/>
                    </a:moveTo>
                    <a:cubicBezTo>
                      <a:pt x="1957495" y="637954"/>
                      <a:pt x="2096609" y="957373"/>
                      <a:pt x="2096609" y="1310193"/>
                    </a:cubicBezTo>
                    <a:lnTo>
                      <a:pt x="2096609" y="2184305"/>
                    </a:lnTo>
                    <a:lnTo>
                      <a:pt x="0" y="121695"/>
                    </a:lnTo>
                    <a:lnTo>
                      <a:pt x="158251" y="72467"/>
                    </a:lnTo>
                    <a:cubicBezTo>
                      <a:pt x="345815" y="14201"/>
                      <a:pt x="551246" y="-34761"/>
                      <a:pt x="853724" y="32519"/>
                    </a:cubicBezTo>
                    <a:cubicBezTo>
                      <a:pt x="1196937" y="32519"/>
                      <a:pt x="1507659" y="175528"/>
                      <a:pt x="1732576" y="4067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9938342" y="5192753"/>
                <a:ext cx="2253658" cy="1650594"/>
              </a:xfrm>
              <a:custGeom>
                <a:avLst/>
                <a:gdLst>
                  <a:gd name="connsiteX0" fmla="*/ 0 w 3600450"/>
                  <a:gd name="connsiteY0" fmla="*/ 2565192 h 2565192"/>
                  <a:gd name="connsiteX1" fmla="*/ 1123950 w 3600450"/>
                  <a:gd name="connsiteY1" fmla="*/ 1717467 h 2565192"/>
                  <a:gd name="connsiteX2" fmla="*/ 2190750 w 3600450"/>
                  <a:gd name="connsiteY2" fmla="*/ 1765092 h 2565192"/>
                  <a:gd name="connsiteX3" fmla="*/ 2924175 w 3600450"/>
                  <a:gd name="connsiteY3" fmla="*/ 279192 h 2565192"/>
                  <a:gd name="connsiteX4" fmla="*/ 3600450 w 3600450"/>
                  <a:gd name="connsiteY4" fmla="*/ 2967 h 2565192"/>
                  <a:gd name="connsiteX0-1" fmla="*/ 0 w 3600450"/>
                  <a:gd name="connsiteY0-2" fmla="*/ 2565192 h 2565192"/>
                  <a:gd name="connsiteX1-3" fmla="*/ 447675 w 3600450"/>
                  <a:gd name="connsiteY1-4" fmla="*/ 1746042 h 2565192"/>
                  <a:gd name="connsiteX2-5" fmla="*/ 2190750 w 3600450"/>
                  <a:gd name="connsiteY2-6" fmla="*/ 1765092 h 2565192"/>
                  <a:gd name="connsiteX3-7" fmla="*/ 2924175 w 3600450"/>
                  <a:gd name="connsiteY3-8" fmla="*/ 279192 h 2565192"/>
                  <a:gd name="connsiteX4-9" fmla="*/ 3600450 w 3600450"/>
                  <a:gd name="connsiteY4-10" fmla="*/ 2967 h 2565192"/>
                  <a:gd name="connsiteX0-11" fmla="*/ 0 w 3600450"/>
                  <a:gd name="connsiteY0-12" fmla="*/ 2565192 h 2565192"/>
                  <a:gd name="connsiteX1-13" fmla="*/ 447675 w 3600450"/>
                  <a:gd name="connsiteY1-14" fmla="*/ 1746042 h 2565192"/>
                  <a:gd name="connsiteX2-15" fmla="*/ 2190750 w 3600450"/>
                  <a:gd name="connsiteY2-16" fmla="*/ 1765092 h 2565192"/>
                  <a:gd name="connsiteX3-17" fmla="*/ 2924175 w 3600450"/>
                  <a:gd name="connsiteY3-18" fmla="*/ 279192 h 2565192"/>
                  <a:gd name="connsiteX4-19" fmla="*/ 3600450 w 3600450"/>
                  <a:gd name="connsiteY4-20" fmla="*/ 2967 h 256519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3600450" h="2565192">
                    <a:moveTo>
                      <a:pt x="0" y="2565192"/>
                    </a:moveTo>
                    <a:cubicBezTo>
                      <a:pt x="17462" y="2227054"/>
                      <a:pt x="82550" y="1879392"/>
                      <a:pt x="447675" y="1746042"/>
                    </a:cubicBezTo>
                    <a:cubicBezTo>
                      <a:pt x="812800" y="1612692"/>
                      <a:pt x="1778000" y="2009567"/>
                      <a:pt x="2190750" y="1765092"/>
                    </a:cubicBezTo>
                    <a:cubicBezTo>
                      <a:pt x="2603500" y="1520617"/>
                      <a:pt x="2689225" y="572880"/>
                      <a:pt x="2924175" y="279192"/>
                    </a:cubicBezTo>
                    <a:cubicBezTo>
                      <a:pt x="3159125" y="-14496"/>
                      <a:pt x="3379787" y="-5765"/>
                      <a:pt x="3600450" y="2967"/>
                    </a:cubicBezTo>
                  </a:path>
                </a:pathLst>
              </a:custGeom>
              <a:no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tags" Target="../tags/tag9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1" Type="http://schemas.openxmlformats.org/officeDocument/2006/relationships/notesSlide" Target="../notesSlides/notesSlide2.xml"/><Relationship Id="rId70" Type="http://schemas.openxmlformats.org/officeDocument/2006/relationships/slideLayout" Target="../slideLayouts/slideLayout5.xml"/><Relationship Id="rId7" Type="http://schemas.openxmlformats.org/officeDocument/2006/relationships/tags" Target="../tags/tag16.xml"/><Relationship Id="rId69" Type="http://schemas.openxmlformats.org/officeDocument/2006/relationships/tags" Target="../tags/tag78.xml"/><Relationship Id="rId68" Type="http://schemas.openxmlformats.org/officeDocument/2006/relationships/tags" Target="../tags/tag77.xml"/><Relationship Id="rId67" Type="http://schemas.openxmlformats.org/officeDocument/2006/relationships/tags" Target="../tags/tag76.xml"/><Relationship Id="rId66" Type="http://schemas.openxmlformats.org/officeDocument/2006/relationships/tags" Target="../tags/tag75.xml"/><Relationship Id="rId65" Type="http://schemas.openxmlformats.org/officeDocument/2006/relationships/tags" Target="../tags/tag74.xml"/><Relationship Id="rId64" Type="http://schemas.openxmlformats.org/officeDocument/2006/relationships/tags" Target="../tags/tag73.xml"/><Relationship Id="rId63" Type="http://schemas.openxmlformats.org/officeDocument/2006/relationships/tags" Target="../tags/tag72.xml"/><Relationship Id="rId62" Type="http://schemas.openxmlformats.org/officeDocument/2006/relationships/tags" Target="../tags/tag71.xml"/><Relationship Id="rId61" Type="http://schemas.openxmlformats.org/officeDocument/2006/relationships/tags" Target="../tags/tag70.xml"/><Relationship Id="rId60" Type="http://schemas.openxmlformats.org/officeDocument/2006/relationships/tags" Target="../tags/tag69.xml"/><Relationship Id="rId6" Type="http://schemas.openxmlformats.org/officeDocument/2006/relationships/tags" Target="../tags/tag15.xml"/><Relationship Id="rId59" Type="http://schemas.openxmlformats.org/officeDocument/2006/relationships/tags" Target="../tags/tag68.xml"/><Relationship Id="rId58" Type="http://schemas.openxmlformats.org/officeDocument/2006/relationships/tags" Target="../tags/tag67.xml"/><Relationship Id="rId57" Type="http://schemas.openxmlformats.org/officeDocument/2006/relationships/tags" Target="../tags/tag66.xml"/><Relationship Id="rId56" Type="http://schemas.openxmlformats.org/officeDocument/2006/relationships/tags" Target="../tags/tag65.xml"/><Relationship Id="rId55" Type="http://schemas.openxmlformats.org/officeDocument/2006/relationships/tags" Target="../tags/tag64.xml"/><Relationship Id="rId54" Type="http://schemas.openxmlformats.org/officeDocument/2006/relationships/tags" Target="../tags/tag63.xml"/><Relationship Id="rId53" Type="http://schemas.openxmlformats.org/officeDocument/2006/relationships/tags" Target="../tags/tag62.xml"/><Relationship Id="rId52" Type="http://schemas.openxmlformats.org/officeDocument/2006/relationships/tags" Target="../tags/tag61.xml"/><Relationship Id="rId51" Type="http://schemas.openxmlformats.org/officeDocument/2006/relationships/tags" Target="../tags/tag60.xml"/><Relationship Id="rId50" Type="http://schemas.openxmlformats.org/officeDocument/2006/relationships/tags" Target="../tags/tag59.xml"/><Relationship Id="rId5" Type="http://schemas.openxmlformats.org/officeDocument/2006/relationships/tags" Target="../tags/tag14.xml"/><Relationship Id="rId49" Type="http://schemas.openxmlformats.org/officeDocument/2006/relationships/tags" Target="../tags/tag58.xml"/><Relationship Id="rId48" Type="http://schemas.openxmlformats.org/officeDocument/2006/relationships/tags" Target="../tags/tag57.xml"/><Relationship Id="rId47" Type="http://schemas.openxmlformats.org/officeDocument/2006/relationships/tags" Target="../tags/tag56.xml"/><Relationship Id="rId46" Type="http://schemas.openxmlformats.org/officeDocument/2006/relationships/tags" Target="../tags/tag55.xml"/><Relationship Id="rId45" Type="http://schemas.openxmlformats.org/officeDocument/2006/relationships/tags" Target="../tags/tag54.xml"/><Relationship Id="rId44" Type="http://schemas.openxmlformats.org/officeDocument/2006/relationships/tags" Target="../tags/tag53.xml"/><Relationship Id="rId43" Type="http://schemas.openxmlformats.org/officeDocument/2006/relationships/tags" Target="../tags/tag52.xml"/><Relationship Id="rId42" Type="http://schemas.openxmlformats.org/officeDocument/2006/relationships/tags" Target="../tags/tag51.xml"/><Relationship Id="rId41" Type="http://schemas.openxmlformats.org/officeDocument/2006/relationships/tags" Target="../tags/tag50.xml"/><Relationship Id="rId40" Type="http://schemas.openxmlformats.org/officeDocument/2006/relationships/tags" Target="../tags/tag49.xml"/><Relationship Id="rId4" Type="http://schemas.openxmlformats.org/officeDocument/2006/relationships/tags" Target="../tags/tag13.xml"/><Relationship Id="rId39" Type="http://schemas.openxmlformats.org/officeDocument/2006/relationships/tags" Target="../tags/tag48.xml"/><Relationship Id="rId38" Type="http://schemas.openxmlformats.org/officeDocument/2006/relationships/tags" Target="../tags/tag47.xml"/><Relationship Id="rId37" Type="http://schemas.openxmlformats.org/officeDocument/2006/relationships/tags" Target="../tags/tag46.xml"/><Relationship Id="rId36" Type="http://schemas.openxmlformats.org/officeDocument/2006/relationships/tags" Target="../tags/tag45.xml"/><Relationship Id="rId35" Type="http://schemas.openxmlformats.org/officeDocument/2006/relationships/tags" Target="../tags/tag44.xml"/><Relationship Id="rId34" Type="http://schemas.openxmlformats.org/officeDocument/2006/relationships/tags" Target="../tags/tag43.xml"/><Relationship Id="rId33" Type="http://schemas.openxmlformats.org/officeDocument/2006/relationships/tags" Target="../tags/tag42.xml"/><Relationship Id="rId32" Type="http://schemas.openxmlformats.org/officeDocument/2006/relationships/tags" Target="../tags/tag41.xml"/><Relationship Id="rId31" Type="http://schemas.openxmlformats.org/officeDocument/2006/relationships/tags" Target="../tags/tag40.xml"/><Relationship Id="rId30" Type="http://schemas.openxmlformats.org/officeDocument/2006/relationships/tags" Target="../tags/tag39.xml"/><Relationship Id="rId3" Type="http://schemas.openxmlformats.org/officeDocument/2006/relationships/tags" Target="../tags/tag12.xml"/><Relationship Id="rId29" Type="http://schemas.openxmlformats.org/officeDocument/2006/relationships/tags" Target="../tags/tag38.xml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cda4d65-ba29-4bfa-b709-835bf4badcb6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1500" b="1" i="0" u="none">
                <a:solidFill>
                  <a:srgbClr val="2A5888"/>
                </a:solidFill>
                <a:latin typeface="思源黑体 CN Bold" panose="020B0800000000000000" charset="-122"/>
              </a:rPr>
              <a:t>KMP算法</a:t>
            </a:r>
            <a:endParaRPr lang="en-US" sz="115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3" name="副标题 2" descr="4811a940-557b-4b32-9b76-96e52060d48b"/>
          <p:cNvSpPr>
            <a:spLocks noGrp="1"/>
          </p:cNvSpPr>
          <p:nvPr>
            <p:ph type="subTitle" idx="1" hasCustomPrompt="1"/>
          </p:nvPr>
        </p:nvSpPr>
        <p:spPr>
          <a:xfrm>
            <a:off x="1377950" y="3803487"/>
            <a:ext cx="9436100" cy="881390"/>
          </a:xfrm>
        </p:spPr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3200" b="1" i="0" u="none">
                <a:solidFill>
                  <a:srgbClr val="2F2F2F"/>
                </a:solidFill>
                <a:ea typeface="思源黑体 CN Normal" panose="020B0400000000000000" charset="-122"/>
              </a:rPr>
              <a:t>深入理解字符串匹配的核心技术</a:t>
            </a:r>
            <a:endParaRPr lang="en-US" sz="3200" b="1" i="0" u="none">
              <a:solidFill>
                <a:srgbClr val="2F2F2F"/>
              </a:solidFill>
              <a:ea typeface="思源黑体 CN Normal" panose="020B0400000000000000" charset="-122"/>
            </a:endParaRPr>
          </a:p>
        </p:txBody>
      </p:sp>
      <p:sp>
        <p:nvSpPr>
          <p:cNvPr id="4" name="文本占位符 3" descr="c52ab83c-b37e-4ed9-8ea7-2987ecdbbe99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1400" b="1" i="0" u="none">
                <a:solidFill>
                  <a:srgbClr val="FFFFFF"/>
                </a:solidFill>
                <a:ea typeface="思源黑体 CN Normal" panose="020B0400000000000000" charset="-122"/>
              </a:rPr>
              <a:t>主讲：李岸</a:t>
            </a:r>
            <a:endParaRPr lang="zh-CN" altLang="en-US" sz="1400" b="1" i="0" u="none">
              <a:solidFill>
                <a:srgbClr val="FFFFFF"/>
              </a:solidFill>
              <a:ea typeface="思源黑体 CN Normal" panose="020B0400000000000000" charset="-122"/>
            </a:endParaRPr>
          </a:p>
        </p:txBody>
      </p:sp>
      <p:sp>
        <p:nvSpPr>
          <p:cNvPr id="5" name="文本占位符 4" descr="144e7dc3-d53b-4761-80e1-6946b49d4589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400" b="1" i="0" u="none">
                <a:solidFill>
                  <a:srgbClr val="FFFFFF"/>
                </a:solidFill>
                <a:latin typeface="思源黑体 CN Normal" panose="020B0400000000000000" charset="-122"/>
              </a:rPr>
              <a:t>2025.6.27</a:t>
            </a:r>
            <a:endParaRPr lang="en-US" sz="1400" b="1" i="0" u="none">
              <a:solidFill>
                <a:srgbClr val="FFFFFF"/>
              </a:solidFill>
              <a:latin typeface="思源黑体 CN Normal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76822" y="161797"/>
            <a:ext cx="1327451" cy="304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3190875" y="495300"/>
            <a:ext cx="5810885" cy="1278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sz="6600" b="1" i="0" u="none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目</a:t>
            </a:r>
            <a:r>
              <a:rPr lang="en-US" altLang="zh-CN" sz="6600" b="1" i="0" u="none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sz="6600" b="1" i="0" u="none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录</a:t>
            </a:r>
            <a:endParaRPr lang="zh-CN" sz="6600" b="1" i="0" u="none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76520" y="1774190"/>
            <a:ext cx="192151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325880" y="2099945"/>
            <a:ext cx="4546600" cy="5148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+mj-ea"/>
              <a:buNone/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① 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什么是</a:t>
            </a:r>
            <a:r>
              <a:rPr lang="en-US" sz="2400" b="1" dirty="0" err="1">
                <a:solidFill>
                  <a:srgbClr val="2A5888"/>
                </a:solidFill>
                <a:cs typeface="+mn-ea"/>
                <a:sym typeface="+mn-lt"/>
              </a:rPr>
              <a:t>KMP算法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？</a:t>
            </a:r>
            <a:endParaRPr lang="zh-CN" altLang="en-US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 indent="0">
              <a:lnSpc>
                <a:spcPct val="200000"/>
              </a:lnSpc>
              <a:buFont typeface="+mj-ea"/>
              <a:buNone/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② </a:t>
            </a:r>
            <a:r>
              <a:rPr lang="en-US" altLang="zh-CN" sz="2400" b="1" dirty="0">
                <a:solidFill>
                  <a:srgbClr val="2A5888"/>
                </a:solidFill>
                <a:cs typeface="+mn-ea"/>
                <a:sym typeface="+mn-lt"/>
              </a:rPr>
              <a:t>KMP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算法解决了什么问题？</a:t>
            </a:r>
            <a:endParaRPr lang="zh-CN" altLang="en-US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 indent="0">
              <a:lnSpc>
                <a:spcPct val="200000"/>
              </a:lnSpc>
              <a:buFont typeface="+mj-ea"/>
              <a:buNone/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③ </a:t>
            </a:r>
            <a:r>
              <a:rPr lang="en-US" altLang="zh-CN" sz="2400" b="1" dirty="0">
                <a:solidFill>
                  <a:srgbClr val="2A5888"/>
                </a:solidFill>
                <a:cs typeface="+mn-ea"/>
                <a:sym typeface="+mn-lt"/>
              </a:rPr>
              <a:t>Brute-Force(BF)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算法</a:t>
            </a:r>
            <a:endParaRPr lang="zh-CN" altLang="en-US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 indent="0">
              <a:lnSpc>
                <a:spcPct val="200000"/>
              </a:lnSpc>
              <a:buFont typeface="+mj-ea"/>
              <a:buNone/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④ 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主串指针能否不回退？</a:t>
            </a:r>
            <a:endParaRPr lang="en-US" altLang="zh-CN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⑤ 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子串指针回退到什么位置？</a:t>
            </a:r>
            <a:endParaRPr lang="zh-CN" altLang="en-US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 indent="0">
              <a:lnSpc>
                <a:spcPct val="200000"/>
              </a:lnSpc>
              <a:buFont typeface="+mj-ea"/>
              <a:buNone/>
            </a:pPr>
            <a:endParaRPr lang="zh-CN" altLang="en-US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zh-CN" altLang="en-US" sz="2400" b="1" dirty="0">
              <a:solidFill>
                <a:srgbClr val="2A5888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25260" y="2099945"/>
            <a:ext cx="4333240" cy="29349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+mj-ea"/>
              <a:buNone/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⑥ 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如何计算模式匹配串中部分匹配字符串的相同前后缀？</a:t>
            </a:r>
            <a:endParaRPr lang="zh-CN" altLang="en-US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 indent="0">
              <a:lnSpc>
                <a:spcPct val="200000"/>
              </a:lnSpc>
              <a:buFont typeface="+mj-ea"/>
              <a:buNone/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⑦ 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如何高效计算出</a:t>
            </a:r>
            <a:r>
              <a:rPr lang="en-US" altLang="zh-CN" sz="2400" b="1" dirty="0">
                <a:solidFill>
                  <a:srgbClr val="2A5888"/>
                </a:solidFill>
                <a:cs typeface="+mn-ea"/>
                <a:sym typeface="+mn-lt"/>
              </a:rPr>
              <a:t>next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数组？</a:t>
            </a:r>
            <a:endParaRPr lang="en-US" altLang="zh-CN" sz="2400" b="1" dirty="0">
              <a:solidFill>
                <a:srgbClr val="2A5888"/>
              </a:solidFill>
              <a:cs typeface="+mn-ea"/>
              <a:sym typeface="+mn-lt"/>
            </a:endParaRPr>
          </a:p>
          <a:p>
            <a:pPr indent="0">
              <a:lnSpc>
                <a:spcPct val="200000"/>
              </a:lnSpc>
              <a:buFont typeface="+mj-ea"/>
              <a:buNone/>
            </a:pPr>
            <a:r>
              <a:rPr lang="en-US" altLang="en-US" sz="2400" b="1" dirty="0">
                <a:solidFill>
                  <a:srgbClr val="2A5888"/>
                </a:solidFill>
                <a:cs typeface="+mn-ea"/>
                <a:sym typeface="+mn-lt"/>
              </a:rPr>
              <a:t>⑧ </a:t>
            </a:r>
            <a:r>
              <a:rPr lang="en-US" altLang="zh-CN" sz="2400" b="1" dirty="0">
                <a:solidFill>
                  <a:srgbClr val="2A5888"/>
                </a:solidFill>
                <a:cs typeface="+mn-ea"/>
                <a:sym typeface="+mn-lt"/>
              </a:rPr>
              <a:t>KMP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算法</a:t>
            </a:r>
            <a:r>
              <a:rPr lang="en-US" altLang="zh-CN" sz="2400" b="1" dirty="0">
                <a:solidFill>
                  <a:srgbClr val="2A5888"/>
                </a:solidFill>
                <a:cs typeface="+mn-ea"/>
                <a:sym typeface="+mn-lt"/>
              </a:rPr>
              <a:t>C++</a:t>
            </a:r>
            <a:r>
              <a:rPr lang="zh-CN" altLang="en-US" sz="2400" b="1" dirty="0">
                <a:solidFill>
                  <a:srgbClr val="2A5888"/>
                </a:solidFill>
                <a:cs typeface="+mn-ea"/>
                <a:sym typeface="+mn-lt"/>
              </a:rPr>
              <a:t>代码实现</a:t>
            </a:r>
            <a:endParaRPr lang="en-US" altLang="en-US" sz="2400" b="1" dirty="0">
              <a:solidFill>
                <a:srgbClr val="2A5888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657350" y="1824375"/>
            <a:ext cx="9436100" cy="24840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“</a:t>
            </a:r>
            <a:r>
              <a:rPr lang="zh-CN" altLang="en-US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什么是</a:t>
            </a:r>
            <a:r>
              <a:rPr lang="en-US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KMP算法</a:t>
            </a:r>
            <a:r>
              <a:rPr lang="zh-CN" altLang="en-US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？</a:t>
            </a:r>
            <a:r>
              <a:rPr lang="en-US" altLang="zh-CN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”</a:t>
            </a:r>
            <a:endParaRPr lang="en-US" altLang="zh-CN" sz="54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5618480" y="19177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①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1212850" y="-25400"/>
            <a:ext cx="9893300" cy="2484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altLang="zh-CN" sz="2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KMP</a:t>
            </a:r>
            <a:r>
              <a:rPr lang="zh-CN" altLang="en-US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算法是一种改进的字符串匹配算法，由</a:t>
            </a:r>
            <a:r>
              <a:rPr lang="en-US" altLang="zh-CN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D.E.Knuth</a:t>
            </a:r>
            <a:r>
              <a:rPr lang="zh-CN" altLang="en-US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、</a:t>
            </a:r>
            <a:r>
              <a:rPr lang="en-US" altLang="zh-CN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J.H.Morris</a:t>
            </a:r>
            <a:r>
              <a:rPr lang="zh-CN" altLang="en-US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和</a:t>
            </a:r>
            <a:r>
              <a:rPr lang="en-US" altLang="zh-CN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V.R.Pratt</a:t>
            </a:r>
            <a:r>
              <a:rPr lang="zh-CN" altLang="en-US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提出，因此也被称为克努特</a:t>
            </a:r>
            <a:r>
              <a:rPr lang="en-US" altLang="zh-CN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—</a:t>
            </a:r>
            <a:r>
              <a:rPr lang="zh-CN" altLang="en-US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莫里斯</a:t>
            </a:r>
            <a:r>
              <a:rPr lang="en-US" altLang="zh-CN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—</a:t>
            </a:r>
            <a:r>
              <a:rPr lang="zh-CN" altLang="en-US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普拉特算法（简称</a:t>
            </a:r>
            <a:r>
              <a:rPr lang="en-US" altLang="zh-CN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KMP</a:t>
            </a:r>
            <a:r>
              <a:rPr lang="zh-CN" altLang="en-US" sz="2800" b="1" i="0" u="none">
                <a:solidFill>
                  <a:srgbClr val="2A5888"/>
                </a:solidFill>
                <a:latin typeface="思源黑体 CN Bold" panose="020B0800000000000000" charset="-122"/>
              </a:rPr>
              <a:t>算法）。</a:t>
            </a:r>
            <a:endParaRPr lang="zh-CN" altLang="en-US" sz="2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385" y="2675255"/>
            <a:ext cx="7567930" cy="3830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699895" y="2852420"/>
            <a:ext cx="9436100" cy="11531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“KMP算法</a:t>
            </a:r>
            <a:r>
              <a:rPr lang="zh-CN" altLang="en-US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解决了什么问题？</a:t>
            </a:r>
            <a:r>
              <a:rPr lang="en-US" altLang="zh-CN" sz="5400" b="1" i="0" u="none">
                <a:solidFill>
                  <a:srgbClr val="2A5888"/>
                </a:solidFill>
                <a:latin typeface="思源黑体 CN Bold" panose="020B0800000000000000" charset="-122"/>
              </a:rPr>
              <a:t>”</a:t>
            </a:r>
            <a:endParaRPr lang="en-US" altLang="zh-CN" sz="54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5504180" y="16891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②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285240" y="683895"/>
            <a:ext cx="8025765" cy="67119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标题 1" descr="7cda4d65-ba29-4bfa-b709-835bf4badcb6"/>
          <p:cNvSpPr>
            <a:spLocks noGrp="1"/>
          </p:cNvSpPr>
          <p:nvPr/>
        </p:nvSpPr>
        <p:spPr>
          <a:xfrm>
            <a:off x="1485900" y="715010"/>
            <a:ext cx="7825740" cy="5892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在一个文本串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 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查找一个模式串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 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的出现位置</a:t>
            </a:r>
            <a:endParaRPr lang="zh-CN" altLang="en-US" sz="2800" i="0" u="non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标题 1" descr="7cda4d65-ba29-4bfa-b709-835bf4badcb6"/>
          <p:cNvSpPr>
            <a:spLocks noGrp="1"/>
          </p:cNvSpPr>
          <p:nvPr/>
        </p:nvSpPr>
        <p:spPr>
          <a:xfrm>
            <a:off x="1193800" y="1834515"/>
            <a:ext cx="3472180" cy="12947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ym typeface="+mn-ea"/>
              </a:rPr>
              <a:t>S:AAA</a:t>
            </a:r>
            <a:r>
              <a:rPr lang="en-US" sz="3600">
                <a:solidFill>
                  <a:srgbClr val="FF0000"/>
                </a:solidFill>
                <a:sym typeface="+mn-ea"/>
              </a:rPr>
              <a:t>AAAB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2A5888"/>
                </a:solidFill>
                <a:latin typeface="思源黑体 CN Bold" panose="020B0800000000000000" charset="-122"/>
              </a:rPr>
              <a:t>P:</a:t>
            </a:r>
            <a:r>
              <a:rPr lang="en-US" sz="3600" b="1" i="0" u="none">
                <a:solidFill>
                  <a:srgbClr val="FF0000"/>
                </a:solidFill>
                <a:latin typeface="思源黑体 CN Bold" panose="020B0800000000000000" charset="-122"/>
              </a:rPr>
              <a:t>AAAB</a:t>
            </a:r>
            <a:endParaRPr lang="en-US" sz="3600" b="1" i="0" u="none">
              <a:solidFill>
                <a:srgbClr val="FF0000"/>
              </a:solidFill>
              <a:latin typeface="思源黑体 CN Bold" panose="020B0800000000000000" charset="-122"/>
            </a:endParaRPr>
          </a:p>
        </p:txBody>
      </p:sp>
      <p:sp>
        <p:nvSpPr>
          <p:cNvPr id="12" name="标题 1" descr="7cda4d65-ba29-4bfa-b709-835bf4badcb6"/>
          <p:cNvSpPr>
            <a:spLocks noGrp="1"/>
          </p:cNvSpPr>
          <p:nvPr/>
        </p:nvSpPr>
        <p:spPr>
          <a:xfrm>
            <a:off x="5415280" y="1765300"/>
            <a:ext cx="3472180" cy="13576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71600" lvl="3"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ym typeface="+mn-ea"/>
              </a:rPr>
              <a:t>S:</a:t>
            </a:r>
            <a:r>
              <a:rPr lang="en-US" sz="3600">
                <a:sym typeface="+mn-ea"/>
              </a:rPr>
              <a:t>AAA</a:t>
            </a:r>
            <a:r>
              <a:rPr lang="en-US" sz="3600">
                <a:solidFill>
                  <a:srgbClr val="FF0000"/>
                </a:solidFill>
                <a:sym typeface="+mn-ea"/>
              </a:rPr>
              <a:t>AAAB</a:t>
            </a:r>
            <a:r>
              <a:rPr lang="en-US" sz="3600">
                <a:sym typeface="+mn-ea"/>
              </a:rPr>
              <a:t> 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2A5888"/>
                </a:solidFill>
                <a:latin typeface="思源黑体 CN Bold" panose="020B0800000000000000" charset="-122"/>
              </a:rPr>
              <a:t>P:   </a:t>
            </a:r>
            <a:r>
              <a:rPr lang="en-US" sz="3600" b="1" i="0" u="none">
                <a:solidFill>
                  <a:srgbClr val="FF0000"/>
                </a:solidFill>
                <a:latin typeface="思源黑体 CN Bold" panose="020B0800000000000000" charset="-122"/>
              </a:rPr>
              <a:t>AAAB</a:t>
            </a:r>
            <a:endParaRPr lang="en-US" sz="3600" b="1" i="0" u="none">
              <a:solidFill>
                <a:srgbClr val="FF0000"/>
              </a:solidFill>
              <a:latin typeface="思源黑体 CN Bold" panose="020B08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3800" y="3710940"/>
            <a:ext cx="97637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主串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和模式串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所有字母逐个对比和匹配。如果遇到不匹配的，就让模式串顺延整体回到开头字母的下一个的位置，重新开始逐个匹配。以此类推，最后要么我们找到了能匹配上的子串，要么就走到了尽头代表主串中没有可以匹配上模式串的字符串。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5504180" y="16891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③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1708150" y="2678430"/>
            <a:ext cx="9436100" cy="1341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dirty="0">
                <a:solidFill>
                  <a:srgbClr val="2A5888"/>
                </a:solidFill>
                <a:cs typeface="+mn-ea"/>
                <a:sym typeface="+mn-lt"/>
              </a:rPr>
              <a:t>“ </a:t>
            </a:r>
            <a:r>
              <a:rPr lang="en-US" altLang="zh-CN" sz="6000" b="1" i="0" u="none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Brute-Force(BF)</a:t>
            </a:r>
            <a:r>
              <a:rPr lang="en-US" sz="6000" b="1" i="0" u="none" dirty="0" err="1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算法</a:t>
            </a:r>
            <a:r>
              <a:rPr lang="en-US" altLang="zh-CN" sz="6000" dirty="0">
                <a:solidFill>
                  <a:srgbClr val="2A5888"/>
                </a:solidFill>
                <a:cs typeface="+mn-ea"/>
                <a:sym typeface="+mn-lt"/>
              </a:rPr>
              <a:t> ”</a:t>
            </a:r>
            <a:endParaRPr lang="en-US" altLang="en-US" sz="60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 descr="7cda4d65-ba29-4bfa-b709-835bf4badcb6"/>
          <p:cNvSpPr>
            <a:spLocks noGrp="1"/>
          </p:cNvSpPr>
          <p:nvPr/>
        </p:nvSpPr>
        <p:spPr>
          <a:xfrm>
            <a:off x="556260" y="135255"/>
            <a:ext cx="10942955" cy="67227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2000" b="1" i="0" u="none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</a:rPr>
              <a:t>bruteForceSearch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(const std::</a:t>
            </a:r>
            <a:r>
              <a:rPr lang="en-US" altLang="zh-CN" sz="2000" b="1" i="0" u="none">
                <a:solidFill>
                  <a:srgbClr val="00B0F0"/>
                </a:solidFill>
                <a:latin typeface="思源黑体 CN Bold" panose="020B0800000000000000" charset="-122"/>
              </a:rPr>
              <a:t>string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&amp; txt, const std::</a:t>
            </a:r>
            <a:r>
              <a:rPr lang="en-US" altLang="zh-CN" sz="2000" b="1" i="0" u="none">
                <a:solidFill>
                  <a:srgbClr val="00B0F0"/>
                </a:solidFill>
                <a:latin typeface="思源黑体 CN Bold" panose="020B0800000000000000" charset="-122"/>
              </a:rPr>
              <a:t>string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&amp; pat) 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{						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//    i			     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i  i+j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20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n = txt.</a:t>
            </a:r>
            <a:r>
              <a:rPr lang="en-US" altLang="zh-CN" sz="2000" b="1" i="0" u="none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</a:rPr>
              <a:t>length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();  		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// 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 </a:t>
            </a:r>
            <a:r>
              <a:rPr lang="en-US" sz="2000">
                <a:solidFill>
                  <a:srgbClr val="92D050"/>
                </a:solidFill>
                <a:sym typeface="+mn-ea"/>
              </a:rPr>
              <a:t>S: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AAAAAAB		</a:t>
            </a:r>
            <a:r>
              <a:rPr lang="en-US" sz="2000">
                <a:solidFill>
                  <a:srgbClr val="92D050"/>
                </a:solidFill>
                <a:sym typeface="+mn-ea"/>
              </a:rPr>
              <a:t>  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AAAAAAB</a:t>
            </a:r>
            <a:endParaRPr lang="en-US" altLang="zh-CN" sz="2000" b="1" i="0" u="none">
              <a:solidFill>
                <a:srgbClr val="92D050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20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m = pat.</a:t>
            </a:r>
            <a:r>
              <a:rPr lang="en-US" altLang="zh-CN" sz="2000" b="1" i="0" u="none">
                <a:solidFill>
                  <a:schemeClr val="accent6">
                    <a:lumMod val="75000"/>
                  </a:schemeClr>
                </a:solidFill>
                <a:latin typeface="思源黑体 CN Bold" panose="020B0800000000000000" charset="-122"/>
              </a:rPr>
              <a:t>length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();		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//    j				 j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2000" b="1" i="0" u="none">
                <a:solidFill>
                  <a:srgbClr val="7030A0"/>
                </a:solidFill>
                <a:latin typeface="思源黑体 CN Bold" panose="020B0800000000000000" charset="-122"/>
              </a:rPr>
              <a:t>for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(</a:t>
            </a:r>
            <a:r>
              <a:rPr lang="en-US" altLang="zh-CN" sz="20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i = 0; i &lt;= n - m; i++) 	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//  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P:AAAB		     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AAAB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{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</a:t>
            </a:r>
            <a:r>
              <a:rPr lang="en-US" altLang="zh-CN" sz="20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j; 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// </a:t>
            </a:r>
            <a:r>
              <a:rPr lang="zh-CN" altLang="en-US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检查从位置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i</a:t>
            </a:r>
            <a:r>
              <a:rPr lang="zh-CN" altLang="en-US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开始的子串是否与模式串匹配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  </a:t>
            </a:r>
            <a:endParaRPr lang="zh-CN" altLang="en-US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</a:t>
            </a:r>
            <a:r>
              <a:rPr lang="en-US" altLang="zh-CN" sz="2000" b="1" i="0" u="none">
                <a:solidFill>
                  <a:srgbClr val="7030A0"/>
                </a:solidFill>
                <a:latin typeface="思源黑体 CN Bold" panose="020B0800000000000000" charset="-122"/>
              </a:rPr>
              <a:t>for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(j = 0; j &lt; m; j++) 					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{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</a:t>
            </a:r>
            <a:r>
              <a:rPr lang="en-US" altLang="zh-CN" sz="2000" b="1" i="0" u="none">
                <a:solidFill>
                  <a:srgbClr val="7030A0"/>
                </a:solidFill>
                <a:latin typeface="思源黑体 CN Bold" panose="020B0800000000000000" charset="-122"/>
              </a:rPr>
              <a:t>if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(txt[i + j] != pat[j]) 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{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    </a:t>
            </a:r>
            <a:r>
              <a:rPr lang="en-US" altLang="zh-CN" sz="2000" b="1" i="0" u="none">
                <a:solidFill>
                  <a:srgbClr val="FF0000"/>
                </a:solidFill>
                <a:latin typeface="思源黑体 CN Bold" panose="020B0800000000000000" charset="-122"/>
              </a:rPr>
              <a:t>break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; 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如果不匹配，跳出内层循环</a:t>
            </a:r>
            <a:endParaRPr lang="zh-CN" altLang="en-US" sz="2000" b="1" i="0" u="none">
              <a:solidFill>
                <a:srgbClr val="00B0F0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}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}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</a:t>
            </a:r>
            <a:r>
              <a:rPr lang="en-US" altLang="zh-CN" sz="2000" b="1" i="0" u="none">
                <a:solidFill>
                  <a:srgbClr val="7030A0"/>
                </a:solidFill>
                <a:latin typeface="思源黑体 CN Bold" panose="020B0800000000000000" charset="-122"/>
              </a:rPr>
              <a:t>if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(j == m) </a:t>
            </a:r>
            <a:r>
              <a:rPr lang="en-US" altLang="zh-CN" sz="20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  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// </a:t>
            </a:r>
            <a:r>
              <a:rPr lang="zh-CN" altLang="en-US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如果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j</a:t>
            </a:r>
            <a:r>
              <a:rPr lang="zh-CN" altLang="en-US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等于</a:t>
            </a:r>
            <a:r>
              <a:rPr lang="en-US" altLang="zh-CN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m</a:t>
            </a:r>
            <a:r>
              <a:rPr lang="zh-CN" altLang="en-US" sz="2000">
                <a:solidFill>
                  <a:srgbClr val="92D050"/>
                </a:solidFill>
                <a:latin typeface="思源黑体 CN Bold" panose="020B0800000000000000" charset="-122"/>
                <a:sym typeface="+mn-ea"/>
              </a:rPr>
              <a:t>，说明找到了匹配的子串</a:t>
            </a:r>
            <a:endParaRPr lang="en-US" altLang="zh-CN" sz="2000" b="1" i="0" u="none">
              <a:solidFill>
                <a:srgbClr val="00B0F0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{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</a:t>
            </a:r>
            <a:r>
              <a:rPr lang="en-US" altLang="zh-CN" sz="2000" b="1" i="0" u="none">
                <a:solidFill>
                  <a:srgbClr val="FF0000"/>
                </a:solidFill>
                <a:latin typeface="思源黑体 CN Bold" panose="020B0800000000000000" charset="-122"/>
              </a:rPr>
              <a:t>return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i; 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返回模式串在文本串中的起始位置</a:t>
            </a:r>
            <a:endParaRPr lang="zh-CN" altLang="en-US" sz="2000" b="1" i="0" u="none">
              <a:solidFill>
                <a:srgbClr val="00B0F0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}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}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2000" b="1" i="0" u="none">
                <a:solidFill>
                  <a:srgbClr val="FF0000"/>
                </a:solidFill>
                <a:latin typeface="思源黑体 CN Bold" panose="020B0800000000000000" charset="-122"/>
              </a:rPr>
              <a:t>return </a:t>
            </a: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-1; 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如果没有找到匹配，返回</a:t>
            </a:r>
            <a:r>
              <a:rPr lang="en-US" altLang="zh-CN" sz="2000" b="1" i="0" u="none">
                <a:solidFill>
                  <a:srgbClr val="92D050"/>
                </a:solidFill>
                <a:latin typeface="思源黑体 CN Bold" panose="020B0800000000000000" charset="-122"/>
              </a:rPr>
              <a:t>-1</a:t>
            </a:r>
            <a:endParaRPr lang="en-US" altLang="zh-CN" sz="2000" b="1" i="0" u="none">
              <a:solidFill>
                <a:srgbClr val="00B0F0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i="0" u="none">
                <a:solidFill>
                  <a:srgbClr val="2A5888"/>
                </a:solidFill>
                <a:latin typeface="思源黑体 CN Bold" panose="020B0800000000000000" charset="-122"/>
              </a:rPr>
              <a:t>}</a:t>
            </a:r>
            <a:endParaRPr lang="en-US" altLang="zh-CN" sz="20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664460" y="1115695"/>
            <a:ext cx="6154420" cy="18161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标题 1" descr="7cda4d65-ba29-4bfa-b709-835bf4badcb6"/>
          <p:cNvSpPr>
            <a:spLocks noGrp="1"/>
          </p:cNvSpPr>
          <p:nvPr/>
        </p:nvSpPr>
        <p:spPr>
          <a:xfrm>
            <a:off x="1078865" y="1094105"/>
            <a:ext cx="9436100" cy="16738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3600">
                <a:sym typeface="+mn-ea"/>
              </a:rPr>
              <a:t>特点：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粗鲁！暴力！</a:t>
            </a:r>
            <a:endParaRPr lang="zh-CN" altLang="en-US" sz="3600">
              <a:sym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3600" i="0" u="none">
                <a:solidFill>
                  <a:srgbClr val="2A5888"/>
                </a:solidFill>
                <a:latin typeface="思源黑体 CN Bold" panose="020B0800000000000000" charset="-122"/>
              </a:rPr>
              <a:t>时间复杂度：</a:t>
            </a:r>
            <a:r>
              <a:rPr lang="en-US" altLang="zh-CN" sz="3600" i="0" u="none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O</a:t>
            </a:r>
            <a:r>
              <a:rPr lang="en-US" altLang="zh-CN" sz="3600" i="0" u="none">
                <a:solidFill>
                  <a:srgbClr val="FF0000"/>
                </a:solidFill>
                <a:latin typeface="思源黑体 CN Bold" panose="020B0800000000000000" charset="-122"/>
              </a:rPr>
              <a:t>(m*n)</a:t>
            </a:r>
            <a:endParaRPr lang="en-US" altLang="zh-CN" sz="3600" i="0" u="none">
              <a:solidFill>
                <a:srgbClr val="FF0000"/>
              </a:solidFill>
              <a:latin typeface="思源黑体 CN Bold" panose="020B0800000000000000" charset="-122"/>
            </a:endParaRPr>
          </a:p>
        </p:txBody>
      </p:sp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2574290" y="3102610"/>
            <a:ext cx="3472180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i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ym typeface="+mn-ea"/>
              </a:rPr>
              <a:t>S:</a:t>
            </a: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AAA</a:t>
            </a:r>
            <a:r>
              <a:rPr lang="en-US" sz="3600">
                <a:sym typeface="+mn-ea"/>
              </a:rPr>
              <a:t>AAAB</a:t>
            </a:r>
            <a:endParaRPr lang="en-US" sz="3600"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  <a:sym typeface="+mn-ea"/>
              </a:rPr>
              <a:t>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2A5888"/>
                </a:solidFill>
                <a:latin typeface="思源黑体 CN Bold" panose="020B0800000000000000" charset="-122"/>
              </a:rPr>
              <a:t>P:AAAB</a:t>
            </a:r>
            <a:endParaRPr lang="en-US" sz="36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6287135" y="3153410"/>
            <a:ext cx="3472180" cy="242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71600" lvl="3" indent="457200" algn="l">
              <a:lnSpc>
                <a:spcPct val="100000"/>
              </a:lnSpc>
              <a:spcBef>
                <a:spcPct val="0"/>
              </a:spcBef>
            </a:pPr>
            <a:endParaRPr lang="en-US" altLang="en-US" sz="36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ym typeface="+mn-ea"/>
              </a:rPr>
              <a:t>     i	</a:t>
            </a:r>
            <a:r>
              <a:rPr lang="en-US" sz="3600">
                <a:solidFill>
                  <a:srgbClr val="FF0000"/>
                </a:solidFill>
                <a:sym typeface="+mn-ea"/>
              </a:rPr>
              <a:t>i+j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ym typeface="+mn-ea"/>
              </a:rPr>
              <a:t>S</a:t>
            </a:r>
            <a:r>
              <a:rPr lang="en-US" sz="3600" b="1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:</a:t>
            </a: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AAA</a:t>
            </a:r>
            <a:r>
              <a:rPr lang="en-US" sz="3600">
                <a:solidFill>
                  <a:schemeClr val="accent3">
                    <a:lumMod val="75000"/>
                  </a:schemeClr>
                </a:solidFill>
                <a:sym typeface="+mn-ea"/>
              </a:rPr>
              <a:t>AAAB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ym typeface="+mn-ea"/>
              </a:rPr>
              <a:t>        </a:t>
            </a:r>
            <a:r>
              <a:rPr lang="en-US" sz="3600">
                <a:solidFill>
                  <a:srgbClr val="FF0000"/>
                </a:solidFill>
                <a:sym typeface="+mn-ea"/>
              </a:rPr>
              <a:t>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2A5888"/>
                </a:solidFill>
                <a:latin typeface="思源黑体 CN Bold" panose="020B0800000000000000" charset="-122"/>
              </a:rPr>
              <a:t>P:	 </a:t>
            </a:r>
            <a:r>
              <a:rPr lang="en-US" sz="3600" b="1" i="0" u="none">
                <a:solidFill>
                  <a:schemeClr val="accent3">
                    <a:lumMod val="75000"/>
                  </a:schemeClr>
                </a:solidFill>
                <a:latin typeface="思源黑体 CN Bold" panose="020B0800000000000000" charset="-122"/>
              </a:rPr>
              <a:t>AAAB</a:t>
            </a:r>
            <a:endParaRPr lang="en-US" sz="3600" b="1" i="0" u="none">
              <a:solidFill>
                <a:schemeClr val="accent3">
                  <a:lumMod val="75000"/>
                </a:schemeClr>
              </a:solidFill>
              <a:latin typeface="思源黑体 CN Bold" panose="020B08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743710" y="2645410"/>
            <a:ext cx="9436100" cy="13309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“</a:t>
            </a:r>
            <a:r>
              <a:rPr lang="zh-CN" altLang="en-US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主串指针能否不回退？</a:t>
            </a:r>
            <a:r>
              <a:rPr lang="en-US" altLang="zh-CN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”</a:t>
            </a:r>
            <a:endParaRPr lang="en-US" altLang="zh-CN" sz="5400" b="1" i="0" u="none" dirty="0">
              <a:solidFill>
                <a:srgbClr val="2A5888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lt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5504180" y="16891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④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1151890" y="3216910"/>
            <a:ext cx="4759960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ym typeface="+mn-ea"/>
              </a:rPr>
              <a:t>S:E</a:t>
            </a:r>
            <a:r>
              <a:rPr lang="en-US" sz="3600">
                <a:solidFill>
                  <a:srgbClr val="00B050"/>
                </a:solidFill>
                <a:sym typeface="+mn-ea"/>
              </a:rPr>
              <a:t>ABCAB</a:t>
            </a:r>
            <a:r>
              <a:rPr lang="en-US" sz="3600">
                <a:sym typeface="+mn-ea"/>
              </a:rPr>
              <a:t>F</a:t>
            </a:r>
            <a:r>
              <a:rPr lang="en-US" sz="3600">
                <a:solidFill>
                  <a:schemeClr val="accent3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ABCABD</a:t>
            </a:r>
            <a:endParaRPr lang="en-US" sz="3600"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  <a:sym typeface="+mn-ea"/>
              </a:rPr>
              <a:t>     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2A5888"/>
                </a:solidFill>
                <a:latin typeface="思源黑体 CN Bold" panose="020B0800000000000000" charset="-122"/>
              </a:rPr>
              <a:t>P: </a:t>
            </a:r>
            <a:r>
              <a:rPr lang="en-US" sz="3600" b="1" i="0" u="none">
                <a:solidFill>
                  <a:srgbClr val="00B050"/>
                </a:solidFill>
                <a:latin typeface="思源黑体 CN Bold" panose="020B0800000000000000" charset="-122"/>
              </a:rPr>
              <a:t>ABCAB</a:t>
            </a:r>
            <a:r>
              <a:rPr lang="en-US" sz="3600" b="1" i="0" u="none">
                <a:solidFill>
                  <a:srgbClr val="2A5888"/>
                </a:solidFill>
                <a:latin typeface="思源黑体 CN Bold" panose="020B0800000000000000" charset="-122"/>
              </a:rPr>
              <a:t>D</a:t>
            </a:r>
            <a:endParaRPr lang="en-US" sz="36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6420485" y="3229610"/>
            <a:ext cx="4605655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chemeClr val="accent3">
                    <a:lumMod val="50000"/>
                  </a:schemeClr>
                </a:solidFill>
                <a:sym typeface="+mn-ea"/>
              </a:rPr>
              <a:t>S:E</a:t>
            </a:r>
            <a:r>
              <a:rPr lang="en-US" sz="3600">
                <a:solidFill>
                  <a:srgbClr val="00B050"/>
                </a:solidFill>
                <a:sym typeface="+mn-ea"/>
              </a:rPr>
              <a:t>ABC</a:t>
            </a:r>
            <a:r>
              <a:rPr lang="en-US" sz="3600">
                <a:solidFill>
                  <a:srgbClr val="0070C0"/>
                </a:solidFill>
                <a:sym typeface="+mn-ea"/>
              </a:rPr>
              <a:t>AB</a:t>
            </a:r>
            <a:r>
              <a:rPr lang="en-US" sz="3600">
                <a:solidFill>
                  <a:schemeClr val="accent3">
                    <a:lumMod val="75000"/>
                  </a:schemeClr>
                </a:solidFill>
                <a:sym typeface="+mn-ea"/>
              </a:rPr>
              <a:t>C</a:t>
            </a:r>
            <a:r>
              <a:rPr lang="en-US" sz="3600">
                <a:solidFill>
                  <a:schemeClr val="accent3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ABD</a:t>
            </a:r>
            <a:r>
              <a:rPr lang="en-US" sz="3600">
                <a:solidFill>
                  <a:schemeClr val="accent3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FHI</a:t>
            </a:r>
            <a:endParaRPr lang="en-US" sz="36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  <a:sym typeface="+mn-ea"/>
              </a:rPr>
              <a:t>     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</a:t>
            </a:r>
            <a:r>
              <a:rPr lang="en-US" sz="3600">
                <a:solidFill>
                  <a:srgbClr val="00B050"/>
                </a:solidFill>
                <a:latin typeface="思源黑体 CN Bold" panose="020B0800000000000000" charset="-122"/>
                <a:sym typeface="+mn-ea"/>
              </a:rPr>
              <a:t>ABCAB</a:t>
            </a: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D</a:t>
            </a:r>
            <a:endParaRPr lang="en-US" sz="36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331595" y="636905"/>
            <a:ext cx="9436100" cy="2580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altLang="zh-CN" sz="2800" i="0" u="none">
              <a:solidFill>
                <a:srgbClr val="FF0000"/>
              </a:solidFill>
              <a:latin typeface="思源黑体 CN Bold" panose="020B0800000000000000" charset="-122"/>
            </a:endParaRPr>
          </a:p>
        </p:txBody>
      </p:sp>
      <p:sp>
        <p:nvSpPr>
          <p:cNvPr id="11" name="标题 1" descr="7cda4d65-ba29-4bfa-b709-835bf4badcb6"/>
          <p:cNvSpPr>
            <a:spLocks noGrp="1"/>
          </p:cNvSpPr>
          <p:nvPr/>
        </p:nvSpPr>
        <p:spPr>
          <a:xfrm>
            <a:off x="1151890" y="841375"/>
            <a:ext cx="9436100" cy="19481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800">
                <a:sym typeface="+mn-ea"/>
              </a:rPr>
              <a:t>当前主串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i</a:t>
            </a:r>
            <a:r>
              <a:rPr lang="zh-CN" altLang="en-US" sz="2800">
                <a:sym typeface="+mn-ea"/>
              </a:rPr>
              <a:t>所指字符比较不同的时候，真正要找的字符串。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800">
                <a:sym typeface="+mn-ea"/>
              </a:rPr>
              <a:t>要么在</a:t>
            </a:r>
            <a:r>
              <a:rPr lang="zh-CN" altLang="en-US" sz="2800">
                <a:solidFill>
                  <a:srgbClr val="7030A0"/>
                </a:solidFill>
                <a:sym typeface="+mn-ea"/>
              </a:rPr>
              <a:t>主串</a:t>
            </a:r>
            <a:r>
              <a:rPr lang="en-US" altLang="zh-CN" sz="2800">
                <a:solidFill>
                  <a:srgbClr val="7030A0"/>
                </a:solidFill>
                <a:sym typeface="+mn-ea"/>
              </a:rPr>
              <a:t>i</a:t>
            </a:r>
            <a:r>
              <a:rPr lang="zh-CN" altLang="en-US" sz="2800">
                <a:solidFill>
                  <a:srgbClr val="7030A0"/>
                </a:solidFill>
                <a:sym typeface="+mn-ea"/>
              </a:rPr>
              <a:t>位置之后</a:t>
            </a:r>
            <a:r>
              <a:rPr lang="zh-CN" altLang="en-US" sz="2800">
                <a:sym typeface="+mn-ea"/>
              </a:rPr>
              <a:t>才匹配成功。</a:t>
            </a:r>
            <a:endParaRPr lang="zh-CN" altLang="en-US" sz="2800"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800">
                <a:sym typeface="+mn-ea"/>
              </a:rPr>
              <a:t>要么</a:t>
            </a:r>
            <a:r>
              <a:rPr lang="zh-CN" altLang="en-US" sz="2800">
                <a:solidFill>
                  <a:srgbClr val="7030A0"/>
                </a:solidFill>
                <a:sym typeface="+mn-ea"/>
              </a:rPr>
              <a:t>经过主串</a:t>
            </a:r>
            <a:r>
              <a:rPr lang="en-US" altLang="zh-CN" sz="2800">
                <a:solidFill>
                  <a:srgbClr val="7030A0"/>
                </a:solidFill>
                <a:sym typeface="+mn-ea"/>
              </a:rPr>
              <a:t>i</a:t>
            </a:r>
            <a:r>
              <a:rPr lang="zh-CN" altLang="en-US" sz="2800">
                <a:solidFill>
                  <a:srgbClr val="7030A0"/>
                </a:solidFill>
                <a:sym typeface="+mn-ea"/>
              </a:rPr>
              <a:t>所指</a:t>
            </a:r>
            <a:r>
              <a:rPr lang="zh-CN" altLang="en-US" sz="2800">
                <a:sym typeface="+mn-ea"/>
              </a:rPr>
              <a:t>的位置，</a:t>
            </a:r>
            <a:r>
              <a:rPr lang="zh-CN" altLang="en-US" sz="2800">
                <a:sym typeface="+mn-ea"/>
              </a:rPr>
              <a:t>继续比较后面的字符。</a:t>
            </a:r>
            <a:endParaRPr lang="zh-CN" altLang="en-US" sz="2800" i="0" u="none">
              <a:solidFill>
                <a:srgbClr val="FF0000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1151890" y="3851910"/>
            <a:ext cx="4912995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chemeClr val="accent3">
                    <a:lumMod val="50000"/>
                  </a:schemeClr>
                </a:solidFill>
                <a:sym typeface="+mn-ea"/>
              </a:rPr>
              <a:t>S:E</a:t>
            </a:r>
            <a:r>
              <a:rPr lang="en-US" sz="3600">
                <a:solidFill>
                  <a:srgbClr val="00B050"/>
                </a:solidFill>
                <a:sym typeface="+mn-ea"/>
              </a:rPr>
              <a:t>ABCAB</a:t>
            </a:r>
            <a:r>
              <a:rPr lang="en-US" sz="3600">
                <a:solidFill>
                  <a:schemeClr val="accent1"/>
                </a:solidFill>
                <a:sym typeface="+mn-ea"/>
              </a:rPr>
              <a:t>C</a:t>
            </a:r>
            <a:r>
              <a:rPr lang="en-US" sz="36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ABD</a:t>
            </a:r>
            <a:r>
              <a:rPr lang="en-US" sz="3600">
                <a:solidFill>
                  <a:schemeClr val="accent3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FHI</a:t>
            </a:r>
            <a:endParaRPr lang="en-US" sz="36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  <a:sym typeface="+mn-ea"/>
              </a:rPr>
              <a:t>     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</a:t>
            </a:r>
            <a:r>
              <a:rPr lang="en-US" sz="3600">
                <a:solidFill>
                  <a:srgbClr val="00B050"/>
                </a:solidFill>
                <a:latin typeface="思源黑体 CN Bold" panose="020B0800000000000000" charset="-122"/>
                <a:sym typeface="+mn-ea"/>
              </a:rPr>
              <a:t>ABCAB</a:t>
            </a: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D</a:t>
            </a:r>
            <a:endParaRPr lang="en-US" sz="36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6306185" y="3851910"/>
            <a:ext cx="4605655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chemeClr val="accent3">
                    <a:lumMod val="50000"/>
                  </a:schemeClr>
                </a:solidFill>
                <a:sym typeface="+mn-ea"/>
              </a:rPr>
              <a:t>S:E</a:t>
            </a:r>
            <a:r>
              <a:rPr lang="en-US" sz="3600">
                <a:solidFill>
                  <a:srgbClr val="00B050"/>
                </a:solidFill>
                <a:sym typeface="+mn-ea"/>
              </a:rPr>
              <a:t>ABC</a:t>
            </a:r>
            <a:r>
              <a:rPr lang="en-US" sz="3600">
                <a:solidFill>
                  <a:schemeClr val="accent5">
                    <a:lumMod val="50000"/>
                  </a:schemeClr>
                </a:solidFill>
                <a:sym typeface="+mn-ea"/>
              </a:rPr>
              <a:t>AB</a:t>
            </a:r>
            <a:r>
              <a:rPr lang="en-US" sz="3600">
                <a:solidFill>
                  <a:schemeClr val="accent1"/>
                </a:solidFill>
                <a:sym typeface="+mn-ea"/>
              </a:rPr>
              <a:t>C</a:t>
            </a:r>
            <a:r>
              <a:rPr lang="en-US" sz="36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ABD</a:t>
            </a:r>
            <a:r>
              <a:rPr lang="en-US" sz="3600">
                <a:solidFill>
                  <a:schemeClr val="accent3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FHI</a:t>
            </a:r>
            <a:endParaRPr lang="en-US" sz="36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  <a:sym typeface="+mn-ea"/>
              </a:rPr>
              <a:t>     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	  </a:t>
            </a:r>
            <a:r>
              <a:rPr lang="en-US" sz="3600">
                <a:solidFill>
                  <a:schemeClr val="accent5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6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CAB</a:t>
            </a: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D</a:t>
            </a:r>
            <a:endParaRPr lang="en-US" sz="36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331595" y="636905"/>
            <a:ext cx="9436100" cy="2580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800" i="0" u="none">
              <a:solidFill>
                <a:srgbClr val="FF0000"/>
              </a:solidFill>
              <a:latin typeface="思源黑体 CN Bold" panose="020B0800000000000000" charset="-122"/>
            </a:endParaRPr>
          </a:p>
        </p:txBody>
      </p:sp>
      <p:sp>
        <p:nvSpPr>
          <p:cNvPr id="11" name="标题 1" descr="7cda4d65-ba29-4bfa-b709-835bf4badcb6"/>
          <p:cNvSpPr>
            <a:spLocks noGrp="1"/>
          </p:cNvSpPr>
          <p:nvPr/>
        </p:nvSpPr>
        <p:spPr>
          <a:xfrm>
            <a:off x="1191895" y="433705"/>
            <a:ext cx="9719945" cy="3176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sz="2800">
                <a:sym typeface="+mn-ea"/>
              </a:rPr>
              <a:t>详细看第二种情况：</a:t>
            </a:r>
            <a:endParaRPr lang="zh-CN" sz="28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sz="2800">
                <a:sym typeface="+mn-ea"/>
              </a:rPr>
              <a:t>只需要从</a:t>
            </a:r>
            <a:r>
              <a:rPr lang="en-US" altLang="zh-CN" sz="2800">
                <a:solidFill>
                  <a:schemeClr val="accent5">
                    <a:lumMod val="50000"/>
                  </a:schemeClr>
                </a:solidFill>
                <a:sym typeface="+mn-ea"/>
              </a:rPr>
              <a:t>AB</a:t>
            </a:r>
            <a:r>
              <a:rPr lang="zh-CN" altLang="en-US" sz="2800">
                <a:sym typeface="+mn-ea"/>
              </a:rPr>
              <a:t>字符之后开始下一个字符的匹配，主串</a:t>
            </a:r>
            <a:r>
              <a:rPr lang="en-US" altLang="zh-CN" sz="2800">
                <a:sym typeface="+mn-ea"/>
              </a:rPr>
              <a:t>S</a:t>
            </a:r>
            <a:r>
              <a:rPr lang="zh-CN" altLang="en-US" sz="2800">
                <a:sym typeface="+mn-ea"/>
              </a:rPr>
              <a:t>的指针</a:t>
            </a:r>
            <a:r>
              <a:rPr lang="en-US" altLang="zh-CN" sz="2800">
                <a:sym typeface="+mn-ea"/>
              </a:rPr>
              <a:t>i</a:t>
            </a:r>
            <a:r>
              <a:rPr lang="zh-CN" altLang="en-US" sz="2800">
                <a:sym typeface="+mn-ea"/>
              </a:rPr>
              <a:t>不动，模式匹配串</a:t>
            </a:r>
            <a:r>
              <a:rPr lang="en-US" altLang="zh-CN" sz="2800">
                <a:sym typeface="+mn-ea"/>
              </a:rPr>
              <a:t>P</a:t>
            </a:r>
            <a:r>
              <a:rPr lang="zh-CN" altLang="en-US" sz="2800">
                <a:sym typeface="+mn-ea"/>
              </a:rPr>
              <a:t>的指针回退到已经匹配的</a:t>
            </a:r>
            <a:r>
              <a:rPr lang="en-US" altLang="zh-CN" sz="2800">
                <a:sym typeface="+mn-ea"/>
              </a:rPr>
              <a:t>AB</a:t>
            </a:r>
            <a:r>
              <a:rPr lang="zh-CN" altLang="en-US" sz="2800">
                <a:sym typeface="+mn-ea"/>
              </a:rPr>
              <a:t>串尾部，</a:t>
            </a:r>
            <a:r>
              <a:rPr lang="en-US" altLang="zh-CN" sz="2800">
                <a:sym typeface="+mn-ea"/>
              </a:rPr>
              <a:t>i</a:t>
            </a:r>
            <a:r>
              <a:rPr lang="zh-CN" altLang="en-US" sz="2800">
                <a:sym typeface="+mn-ea"/>
              </a:rPr>
              <a:t>，</a:t>
            </a:r>
            <a:r>
              <a:rPr lang="en-US" altLang="zh-CN" sz="2800">
                <a:sym typeface="+mn-ea"/>
              </a:rPr>
              <a:t>j</a:t>
            </a:r>
            <a:r>
              <a:rPr lang="zh-CN" altLang="en-US" sz="2800">
                <a:sym typeface="+mn-ea"/>
              </a:rPr>
              <a:t>指针相继</a:t>
            </a:r>
            <a:r>
              <a:rPr lang="en-US" altLang="zh-CN" sz="2800">
                <a:sym typeface="+mn-ea"/>
              </a:rPr>
              <a:t>+1</a:t>
            </a:r>
            <a:r>
              <a:rPr lang="zh-CN" altLang="en-US" sz="2800">
                <a:sym typeface="+mn-ea"/>
              </a:rPr>
              <a:t>，继续比较下一个字符。</a:t>
            </a:r>
            <a:endParaRPr lang="zh-CN" altLang="en-US" sz="28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>
                <a:solidFill>
                  <a:srgbClr val="7030A0"/>
                </a:solidFill>
                <a:sym typeface="+mn-ea"/>
              </a:rPr>
              <a:t>AB</a:t>
            </a:r>
            <a:r>
              <a:rPr lang="zh-CN" altLang="en-US" sz="2800">
                <a:solidFill>
                  <a:srgbClr val="7030A0"/>
                </a:solidFill>
                <a:sym typeface="+mn-ea"/>
              </a:rPr>
              <a:t>串一定是</a:t>
            </a:r>
            <a:r>
              <a:rPr lang="zh-CN" sz="2800">
                <a:solidFill>
                  <a:srgbClr val="7030A0"/>
                </a:solidFill>
                <a:sym typeface="+mn-ea"/>
              </a:rPr>
              <a:t>已经匹配好的。</a:t>
            </a:r>
            <a:endParaRPr lang="zh-CN" sz="28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zh-CN" sz="28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rgbClr val="00B050"/>
                </a:solidFill>
                <a:latin typeface="思源黑体 CN Bold" panose="020B0800000000000000" charset="-122"/>
                <a:sym typeface="+mn-ea"/>
              </a:rPr>
              <a:t>结论：主串指针不需要回退！</a:t>
            </a:r>
            <a:endParaRPr lang="zh-CN" altLang="en-US" sz="2800" i="0" u="none">
              <a:solidFill>
                <a:srgbClr val="00B050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894205" y="1570355"/>
            <a:ext cx="9173845" cy="2484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“</a:t>
            </a:r>
            <a:r>
              <a:rPr lang="zh-CN" altLang="en-US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子串指针回退到什么位置？</a:t>
            </a:r>
            <a:r>
              <a:rPr lang="en-US" altLang="zh-CN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”</a:t>
            </a:r>
            <a:endParaRPr lang="en-US" altLang="zh-CN" sz="5400" b="1" i="0" u="none" dirty="0">
              <a:solidFill>
                <a:srgbClr val="2A5888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lt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5504180" y="16891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⑤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720090" y="2861310"/>
            <a:ext cx="5115560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2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2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chemeClr val="accent3">
                    <a:lumMod val="50000"/>
                  </a:schemeClr>
                </a:solidFill>
                <a:sym typeface="+mn-ea"/>
              </a:rPr>
              <a:t>S:E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sym typeface="+mn-ea"/>
              </a:rPr>
              <a:t>AB</a:t>
            </a:r>
            <a:r>
              <a:rPr lang="en-US" sz="3200">
                <a:solidFill>
                  <a:schemeClr val="accent1"/>
                </a:solidFill>
                <a:sym typeface="+mn-ea"/>
              </a:rPr>
              <a:t>C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sym typeface="+mn-ea"/>
              </a:rPr>
              <a:t>AB</a:t>
            </a:r>
            <a:r>
              <a:rPr lang="en-US" sz="3200">
                <a:sym typeface="+mn-ea"/>
              </a:rPr>
              <a:t>C</a:t>
            </a:r>
            <a:r>
              <a:rPr lang="en-US" sz="3200">
                <a:latin typeface="思源黑体 CN Bold" panose="020B0800000000000000" charset="-122"/>
                <a:sym typeface="+mn-ea"/>
              </a:rPr>
              <a:t>ABD</a:t>
            </a:r>
            <a:r>
              <a:rPr lang="en-US" sz="3200">
                <a:solidFill>
                  <a:schemeClr val="accent3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FHI</a:t>
            </a:r>
            <a:endParaRPr lang="en-US" sz="32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F0000"/>
                </a:solidFill>
                <a:sym typeface="+mn-ea"/>
              </a:rPr>
              <a:t>     j</a:t>
            </a:r>
            <a:endParaRPr lang="en-US" sz="32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latin typeface="思源黑体 CN Bold" panose="020B0800000000000000" charset="-122"/>
                <a:sym typeface="+mn-ea"/>
              </a:rPr>
              <a:t>C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D</a:t>
            </a:r>
            <a:endParaRPr lang="en-US" sz="3200" b="1" i="0" u="none">
              <a:solidFill>
                <a:srgbClr val="2A5888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6420485" y="2861310"/>
            <a:ext cx="4605655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2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2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chemeClr val="accent3">
                    <a:lumMod val="50000"/>
                  </a:schemeClr>
                </a:solidFill>
                <a:sym typeface="+mn-ea"/>
              </a:rPr>
              <a:t>S:E</a:t>
            </a:r>
            <a:r>
              <a:rPr lang="en-US" sz="3200">
                <a:solidFill>
                  <a:srgbClr val="00B050"/>
                </a:solidFill>
                <a:sym typeface="+mn-ea"/>
              </a:rPr>
              <a:t>ABC</a:t>
            </a:r>
            <a:r>
              <a:rPr lang="en-US" sz="3200">
                <a:solidFill>
                  <a:schemeClr val="accent5">
                    <a:lumMod val="50000"/>
                  </a:schemeClr>
                </a:solidFill>
                <a:sym typeface="+mn-ea"/>
              </a:rPr>
              <a:t>AB</a:t>
            </a:r>
            <a:r>
              <a:rPr lang="en-US" sz="3200">
                <a:solidFill>
                  <a:schemeClr val="accent1"/>
                </a:solidFill>
                <a:sym typeface="+mn-ea"/>
              </a:rPr>
              <a:t>C</a:t>
            </a:r>
            <a:r>
              <a:rPr lang="en-US" sz="32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ABD</a:t>
            </a:r>
            <a:r>
              <a:rPr lang="en-US" sz="3200">
                <a:solidFill>
                  <a:schemeClr val="accent3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FHI</a:t>
            </a:r>
            <a:endParaRPr lang="en-US" sz="32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F0000"/>
                </a:solidFill>
                <a:sym typeface="+mn-ea"/>
              </a:rPr>
              <a:t>     j</a:t>
            </a:r>
            <a:endParaRPr lang="en-US" sz="32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	  </a:t>
            </a:r>
            <a:r>
              <a:rPr lang="en-US" sz="3200">
                <a:solidFill>
                  <a:schemeClr val="accent5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CAB</a:t>
            </a: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D</a:t>
            </a:r>
            <a:endParaRPr lang="en-US" sz="3200" b="1" i="0" u="none">
              <a:solidFill>
                <a:srgbClr val="2A5888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331595" y="636905"/>
            <a:ext cx="9436100" cy="2580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800" i="0" u="none">
              <a:solidFill>
                <a:srgbClr val="FF0000"/>
              </a:solidFill>
              <a:latin typeface="思源黑体 CN Bold" panose="020B0800000000000000" charset="-122"/>
            </a:endParaRPr>
          </a:p>
        </p:txBody>
      </p:sp>
      <p:sp>
        <p:nvSpPr>
          <p:cNvPr id="11" name="标题 1" descr="7cda4d65-ba29-4bfa-b709-835bf4badcb6"/>
          <p:cNvSpPr>
            <a:spLocks noGrp="1"/>
          </p:cNvSpPr>
          <p:nvPr/>
        </p:nvSpPr>
        <p:spPr>
          <a:xfrm>
            <a:off x="709295" y="255905"/>
            <a:ext cx="10768965" cy="27927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sz="28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如果子串可以从</a:t>
            </a:r>
            <a:r>
              <a:rPr lang="en-US" altLang="zh-CN" sz="2800">
                <a:solidFill>
                  <a:schemeClr val="accent5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AB</a:t>
            </a:r>
            <a:r>
              <a:rPr lang="zh-CN" altLang="en-US" sz="28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字符之后开始下一个字符的匹配，那意味着什么？</a:t>
            </a:r>
            <a:endParaRPr lang="zh-CN" altLang="en-US" sz="28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zh-CN" altLang="en-US" sz="28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u="sng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模式匹配串</a:t>
            </a:r>
            <a:r>
              <a:rPr lang="en-US" altLang="zh-CN" sz="2800" u="sng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P</a:t>
            </a:r>
            <a:r>
              <a:rPr lang="zh-CN" altLang="en-US" sz="2800" u="sng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中：</a:t>
            </a:r>
            <a:r>
              <a:rPr lang="en-US" altLang="zh-CN" sz="2800" u="sng">
                <a:solidFill>
                  <a:schemeClr val="accent5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AB</a:t>
            </a:r>
            <a:r>
              <a:rPr lang="zh-CN" altLang="en-US" sz="2800" u="sng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是</a:t>
            </a:r>
            <a:r>
              <a:rPr lang="en-US" altLang="zh-CN" sz="2800" u="sng">
                <a:solidFill>
                  <a:schemeClr val="accent5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AB</a:t>
            </a:r>
            <a:r>
              <a:rPr lang="en-US" altLang="zh-CN" sz="2800" u="sng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C</a:t>
            </a:r>
            <a:r>
              <a:rPr lang="en-US" altLang="zh-CN" sz="2800" u="sng">
                <a:solidFill>
                  <a:schemeClr val="accent5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AB</a:t>
            </a:r>
            <a:r>
              <a:rPr lang="zh-CN" altLang="en-US" sz="2800" u="sng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这个子串的前后缀。</a:t>
            </a:r>
            <a:endParaRPr lang="zh-CN" altLang="en-US" sz="2800" u="sng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zh-CN" altLang="en-US" sz="2800" i="0" u="none">
              <a:solidFill>
                <a:srgbClr val="00B05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rgbClr val="00B05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注意：</a:t>
            </a:r>
            <a:r>
              <a:rPr lang="en-US" altLang="zh-CN" sz="2800">
                <a:solidFill>
                  <a:srgbClr val="7030A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AB</a:t>
            </a:r>
            <a:r>
              <a:rPr lang="zh-CN" altLang="en-US" sz="2800">
                <a:solidFill>
                  <a:srgbClr val="7030A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是</a:t>
            </a:r>
            <a:r>
              <a:rPr lang="zh-CN" sz="2800">
                <a:solidFill>
                  <a:srgbClr val="7030A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已经匹配好的子串。</a:t>
            </a:r>
            <a:endParaRPr lang="zh-CN" altLang="en-US" sz="2800" i="0" u="none">
              <a:solidFill>
                <a:srgbClr val="7030A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684530" y="5627370"/>
            <a:ext cx="10197465" cy="6743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sz="2400">
                <a:sym typeface="+mn-ea"/>
              </a:rPr>
              <a:t>也就是说，我们只要从子串</a:t>
            </a:r>
            <a:r>
              <a:rPr lang="zh-CN" sz="2400">
                <a:solidFill>
                  <a:schemeClr val="accent5">
                    <a:lumMod val="75000"/>
                  </a:schemeClr>
                </a:solidFill>
                <a:sym typeface="+mn-ea"/>
              </a:rPr>
              <a:t>相同前后缀</a:t>
            </a:r>
            <a:r>
              <a:rPr lang="zh-CN" sz="2400">
                <a:sym typeface="+mn-ea"/>
              </a:rPr>
              <a:t>的下一个位置开始匹配就可以了。</a:t>
            </a:r>
            <a:endParaRPr lang="zh-CN" altLang="en-US" sz="2400" i="0" u="none">
              <a:solidFill>
                <a:srgbClr val="00B050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1242695" y="2734310"/>
            <a:ext cx="5395595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 i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chemeClr val="accent3">
                    <a:lumMod val="50000"/>
                  </a:schemeClr>
                </a:solidFill>
                <a:sym typeface="+mn-ea"/>
              </a:rPr>
              <a:t>S:</a:t>
            </a: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600">
                <a:latin typeface="思源黑体 CN Bold" panose="020B0800000000000000" charset="-122"/>
                <a:sym typeface="+mn-ea"/>
              </a:rPr>
              <a:t>CDEFHHHHHHH</a:t>
            </a:r>
            <a:endParaRPr lang="en-US" sz="36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  <a:sym typeface="+mn-ea"/>
              </a:rPr>
              <a:t>      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P:AB</a:t>
            </a:r>
            <a:r>
              <a:rPr lang="en-US" sz="3600">
                <a:latin typeface="思源黑体 CN Bold" panose="020B0800000000000000" charset="-122"/>
                <a:sym typeface="+mn-ea"/>
              </a:rPr>
              <a:t>CDEFG</a:t>
            </a:r>
            <a:endParaRPr lang="en-US" sz="36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6420485" y="2734310"/>
            <a:ext cx="5329555" cy="24612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 i</a:t>
            </a:r>
            <a:endParaRPr lang="en-US" altLang="en-US" sz="36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chemeClr val="accent3">
                    <a:lumMod val="50000"/>
                  </a:schemeClr>
                </a:solidFill>
                <a:sym typeface="+mn-ea"/>
              </a:rPr>
              <a:t>S:</a:t>
            </a: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600">
                <a:latin typeface="思源黑体 CN Bold" panose="020B0800000000000000" charset="-122"/>
                <a:sym typeface="+mn-ea"/>
              </a:rPr>
              <a:t>CDEFHHHHHHH</a:t>
            </a:r>
            <a:endParaRPr lang="en-US" sz="36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  <a:sym typeface="+mn-ea"/>
              </a:rPr>
              <a:t>      j</a:t>
            </a:r>
            <a:endParaRPr lang="en-US" sz="36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	    AB</a:t>
            </a:r>
            <a:r>
              <a:rPr lang="en-US" sz="36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CDEFG</a:t>
            </a:r>
            <a:endParaRPr lang="en-US" sz="36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331595" y="636905"/>
            <a:ext cx="9436100" cy="2580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800" i="0" u="none">
              <a:solidFill>
                <a:srgbClr val="FF0000"/>
              </a:solidFill>
              <a:latin typeface="思源黑体 CN Bold" panose="020B0800000000000000" charset="-122"/>
            </a:endParaRPr>
          </a:p>
        </p:txBody>
      </p:sp>
      <p:sp>
        <p:nvSpPr>
          <p:cNvPr id="11" name="标题 1" descr="7cda4d65-ba29-4bfa-b709-835bf4badcb6"/>
          <p:cNvSpPr>
            <a:spLocks noGrp="1"/>
          </p:cNvSpPr>
          <p:nvPr/>
        </p:nvSpPr>
        <p:spPr>
          <a:xfrm>
            <a:off x="1128395" y="179705"/>
            <a:ext cx="9436100" cy="23539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部分模式匹配串不存在相同前后缀，由于主串指针的不回退，子串直接从第一个字符开始匹配，大大提高了算法的效率。</a:t>
            </a: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2012315" y="2496820"/>
            <a:ext cx="8249285" cy="2484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4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“</a:t>
            </a:r>
            <a:r>
              <a:rPr lang="zh-CN" altLang="en-US" sz="4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如何计算模式匹配串中部分匹配字符串的相同前后缀？</a:t>
            </a:r>
            <a:r>
              <a:rPr lang="en-US" altLang="zh-CN" sz="4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”</a:t>
            </a:r>
            <a:endParaRPr lang="en-US" altLang="zh-CN" sz="4400" b="1" i="0" u="none" dirty="0">
              <a:solidFill>
                <a:srgbClr val="2A5888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lt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5504180" y="16891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⑥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1212215" y="400685"/>
            <a:ext cx="10233660" cy="37585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P:AB</a:t>
            </a:r>
            <a:r>
              <a:rPr lang="en-US" sz="3200">
                <a:latin typeface="思源黑体 CN Bold" panose="020B0800000000000000" charset="-122"/>
                <a:sym typeface="+mn-ea"/>
              </a:rPr>
              <a:t>CABD</a:t>
            </a:r>
            <a:endParaRPr lang="en-US" sz="32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200">
                <a:latin typeface="思源黑体 CN Bold" panose="020B0800000000000000" charset="-122"/>
                <a:sym typeface="+mn-ea"/>
              </a:rPr>
              <a:t>子串</a:t>
            </a:r>
            <a:r>
              <a:rPr lang="en-US" altLang="zh-CN" sz="3200">
                <a:latin typeface="思源黑体 CN Bold" panose="020B0800000000000000" charset="-122"/>
                <a:sym typeface="+mn-ea"/>
              </a:rPr>
              <a:t>		</a:t>
            </a:r>
            <a:r>
              <a:rPr lang="zh-CN" altLang="en-US" sz="3200">
                <a:latin typeface="思源黑体 CN Bold" panose="020B0800000000000000" charset="-122"/>
                <a:sym typeface="+mn-ea"/>
              </a:rPr>
              <a:t>最长相同前后缀长度</a:t>
            </a:r>
            <a:endParaRPr lang="en-US" sz="32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latin typeface="思源黑体 CN Bold" panose="020B0800000000000000" charset="-122"/>
                <a:sym typeface="+mn-ea"/>
              </a:rPr>
              <a:t>AB				0</a:t>
            </a:r>
            <a:endParaRPr lang="en-US" sz="32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latin typeface="思源黑体 CN Bold" panose="020B0800000000000000" charset="-122"/>
                <a:sym typeface="+mn-ea"/>
              </a:rPr>
              <a:t>ABC				0</a:t>
            </a:r>
            <a:endParaRPr lang="en-US" sz="32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</a:t>
            </a:r>
            <a:r>
              <a:rPr lang="en-US" sz="3200">
                <a:latin typeface="思源黑体 CN Bold" panose="020B0800000000000000" charset="-122"/>
                <a:sym typeface="+mn-ea"/>
              </a:rPr>
              <a:t>BC</a:t>
            </a:r>
            <a:r>
              <a:rPr lang="en-US" sz="32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</a:t>
            </a:r>
            <a:r>
              <a:rPr lang="en-US" sz="3200">
                <a:latin typeface="思源黑体 CN Bold" panose="020B0800000000000000" charset="-122"/>
                <a:sym typeface="+mn-ea"/>
              </a:rPr>
              <a:t>				1</a:t>
            </a:r>
            <a:endParaRPr lang="en-US" sz="32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latin typeface="思源黑体 CN Bold" panose="020B0800000000000000" charset="-122"/>
                <a:sym typeface="+mn-ea"/>
              </a:rPr>
              <a:t>C</a:t>
            </a:r>
            <a:r>
              <a:rPr lang="en-US" sz="32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latin typeface="思源黑体 CN Bold" panose="020B0800000000000000" charset="-122"/>
                <a:sym typeface="+mn-ea"/>
              </a:rPr>
              <a:t>			2</a:t>
            </a:r>
            <a:endParaRPr lang="en-US" sz="32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latin typeface="思源黑体 CN Bold" panose="020B0800000000000000" charset="-122"/>
                <a:sym typeface="+mn-ea"/>
              </a:rPr>
              <a:t>CABD			0</a:t>
            </a:r>
            <a:endParaRPr lang="en-US" sz="3200" b="1" i="0" u="none">
              <a:solidFill>
                <a:srgbClr val="2A5888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8" name="标题 1" descr="7cda4d65-ba29-4bfa-b709-835bf4badcb6"/>
          <p:cNvSpPr>
            <a:spLocks noGrp="1"/>
          </p:cNvSpPr>
          <p:nvPr/>
        </p:nvSpPr>
        <p:spPr>
          <a:xfrm>
            <a:off x="1212215" y="4288790"/>
            <a:ext cx="9436100" cy="2095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600">
                <a:latin typeface="思源黑体 CN Bold" panose="020B0800000000000000" charset="-122"/>
                <a:sym typeface="+mn-ea"/>
              </a:rPr>
              <a:t>CABD</a:t>
            </a:r>
            <a:endParaRPr lang="en-US" sz="36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latin typeface="思源黑体 CN Bold" panose="020B0800000000000000" charset="-122"/>
                <a:sym typeface="+mn-ea"/>
              </a:rPr>
              <a:t>000120</a:t>
            </a:r>
            <a:endParaRPr lang="en-US" sz="36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next[] = {0,0,0,1,2,0}</a:t>
            </a:r>
            <a:endParaRPr lang="en-US" altLang="en-US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635" y="1393825"/>
            <a:ext cx="3933825" cy="4791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1179195" y="3242310"/>
            <a:ext cx="4379595" cy="31578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2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2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chemeClr val="accent3">
                    <a:lumMod val="50000"/>
                  </a:schemeClr>
                </a:solidFill>
                <a:sym typeface="+mn-ea"/>
              </a:rPr>
              <a:t>S:E</a:t>
            </a:r>
            <a:r>
              <a:rPr lang="en-US" sz="3200">
                <a:solidFill>
                  <a:schemeClr val="accent1"/>
                </a:solidFill>
                <a:sym typeface="+mn-ea"/>
              </a:rPr>
              <a:t>ABC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sym typeface="+mn-ea"/>
              </a:rPr>
              <a:t>AB</a:t>
            </a:r>
            <a:r>
              <a:rPr lang="en-US" sz="3200">
                <a:sym typeface="+mn-ea"/>
              </a:rPr>
              <a:t>C</a:t>
            </a:r>
            <a:r>
              <a:rPr lang="en-US" sz="3200">
                <a:latin typeface="思源黑体 CN Bold" panose="020B0800000000000000" charset="-122"/>
                <a:sym typeface="+mn-ea"/>
              </a:rPr>
              <a:t>ABD</a:t>
            </a:r>
            <a:r>
              <a:rPr lang="en-US" sz="3200">
                <a:solidFill>
                  <a:schemeClr val="accent3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FHI</a:t>
            </a:r>
            <a:endParaRPr lang="en-US" sz="32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F0000"/>
                </a:solidFill>
                <a:sym typeface="+mn-ea"/>
              </a:rPr>
              <a:t>     j</a:t>
            </a:r>
            <a:endParaRPr lang="en-US" sz="32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latin typeface="思源黑体 CN Bold" panose="020B0800000000000000" charset="-122"/>
                <a:sym typeface="+mn-ea"/>
              </a:rPr>
              <a:t>C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D</a:t>
            </a:r>
            <a:endParaRPr lang="en-US" sz="3200">
              <a:solidFill>
                <a:srgbClr val="2A5888"/>
              </a:solidFill>
              <a:latin typeface="思源黑体 CN Bold" panose="020B0800000000000000" charset="-122"/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2A5888"/>
                </a:solidFill>
                <a:latin typeface="思源黑体 CN Bold" panose="020B0800000000000000" charset="-122"/>
              </a:rPr>
              <a:t> 000120</a:t>
            </a:r>
            <a:endParaRPr lang="en-US" sz="32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4" name="标题 1" descr="7cda4d65-ba29-4bfa-b709-835bf4badcb6"/>
          <p:cNvSpPr>
            <a:spLocks noGrp="1"/>
          </p:cNvSpPr>
          <p:nvPr/>
        </p:nvSpPr>
        <p:spPr>
          <a:xfrm>
            <a:off x="5963285" y="3369310"/>
            <a:ext cx="4605655" cy="30314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2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i</a:t>
            </a:r>
            <a:endParaRPr lang="en-US" altLang="en-US" sz="32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chemeClr val="accent3">
                    <a:lumMod val="50000"/>
                  </a:schemeClr>
                </a:solidFill>
                <a:sym typeface="+mn-ea"/>
              </a:rPr>
              <a:t>S:E</a:t>
            </a:r>
            <a:r>
              <a:rPr lang="en-US" sz="3200">
                <a:solidFill>
                  <a:schemeClr val="accent1"/>
                </a:solidFill>
                <a:sym typeface="+mn-ea"/>
              </a:rPr>
              <a:t>ABC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sym typeface="+mn-ea"/>
              </a:rPr>
              <a:t>AB</a:t>
            </a:r>
            <a:r>
              <a:rPr lang="en-US" sz="3200">
                <a:solidFill>
                  <a:schemeClr val="accent1"/>
                </a:solidFill>
                <a:sym typeface="+mn-ea"/>
              </a:rPr>
              <a:t>C</a:t>
            </a:r>
            <a:r>
              <a:rPr lang="en-US" sz="32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ABD</a:t>
            </a:r>
            <a:r>
              <a:rPr lang="en-US" sz="3200">
                <a:solidFill>
                  <a:schemeClr val="accent3">
                    <a:lumMod val="50000"/>
                  </a:schemeClr>
                </a:solidFill>
                <a:latin typeface="思源黑体 CN Bold" panose="020B0800000000000000" charset="-122"/>
                <a:sym typeface="+mn-ea"/>
              </a:rPr>
              <a:t>FHI</a:t>
            </a:r>
            <a:endParaRPr lang="en-US" sz="3200">
              <a:solidFill>
                <a:schemeClr val="accent3">
                  <a:lumMod val="50000"/>
                </a:schemeClr>
              </a:solidFill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F0000"/>
                </a:solidFill>
                <a:sym typeface="+mn-ea"/>
              </a:rPr>
              <a:t>     j</a:t>
            </a:r>
            <a:endParaRPr lang="en-US" sz="3200"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P: 	  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2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CAB</a:t>
            </a:r>
            <a:r>
              <a:rPr lang="en-US" sz="32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D</a:t>
            </a:r>
            <a:endParaRPr lang="en-US" sz="3200">
              <a:solidFill>
                <a:srgbClr val="2A5888"/>
              </a:solidFill>
              <a:latin typeface="思源黑体 CN Bold" panose="020B0800000000000000" charset="-122"/>
              <a:sym typeface="+mn-ea"/>
            </a:endParaRPr>
          </a:p>
          <a:p>
            <a:pPr marL="914400" lvl="2" indent="457200" algn="l">
              <a:lnSpc>
                <a:spcPct val="100000"/>
              </a:lnSpc>
              <a:spcBef>
                <a:spcPct val="0"/>
              </a:spcBef>
            </a:pPr>
            <a:r>
              <a:rPr lang="en-US" sz="3200" b="1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000120</a:t>
            </a:r>
            <a:endParaRPr lang="en-US" sz="3200" b="1" i="0" u="none">
              <a:solidFill>
                <a:srgbClr val="2A5888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8" name="标题 1" descr="7cda4d65-ba29-4bfa-b709-835bf4badcb6"/>
          <p:cNvSpPr>
            <a:spLocks noGrp="1"/>
          </p:cNvSpPr>
          <p:nvPr/>
        </p:nvSpPr>
        <p:spPr>
          <a:xfrm>
            <a:off x="1217295" y="256540"/>
            <a:ext cx="9436100" cy="20955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sz="3600">
                <a:latin typeface="思源黑体 CN Bold" panose="020B0800000000000000" charset="-122"/>
                <a:sym typeface="+mn-ea"/>
              </a:rPr>
              <a:t>CABD</a:t>
            </a:r>
            <a:endParaRPr lang="en-US" sz="36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>
                <a:latin typeface="思源黑体 CN Bold" panose="020B0800000000000000" charset="-122"/>
                <a:sym typeface="+mn-ea"/>
              </a:rPr>
              <a:t>0001</a:t>
            </a:r>
            <a:r>
              <a:rPr lang="en-US" sz="36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2</a:t>
            </a:r>
            <a:r>
              <a:rPr lang="en-US" sz="3600">
                <a:latin typeface="思源黑体 CN Bold" panose="020B0800000000000000" charset="-122"/>
                <a:sym typeface="+mn-ea"/>
              </a:rPr>
              <a:t>0</a:t>
            </a:r>
            <a:endParaRPr lang="en-US" sz="36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next[] = {0,0,0,1,2,0}</a:t>
            </a:r>
            <a:endParaRPr lang="zh-CN" altLang="en-US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1890" y="3015615"/>
            <a:ext cx="106781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查询</a:t>
            </a:r>
            <a:r>
              <a:rPr lang="en-US" altLang="zh-CN" sz="2800" b="1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next</a:t>
            </a:r>
            <a:r>
              <a:rPr lang="zh-CN" altLang="en-US" sz="2800" b="1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数组确定子串指针</a:t>
            </a:r>
            <a:r>
              <a:rPr lang="en-US" altLang="zh-CN" sz="2800" b="1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j</a:t>
            </a:r>
            <a:r>
              <a:rPr lang="zh-CN" altLang="en-US" sz="2800" b="1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回退的位置。</a:t>
            </a:r>
            <a:endParaRPr lang="zh-CN" altLang="en-US" sz="2800" b="1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 descr="7cda4d65-ba29-4bfa-b709-835bf4badcb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17295" y="1782445"/>
            <a:ext cx="9436100" cy="1213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0" lvl="5"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ABAABA</a:t>
            </a: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marL="2286000" lvl="5"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001123</a:t>
            </a: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3" name="标题 1" descr="7cda4d65-ba29-4bfa-b709-835bf4badcb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58595" y="3485515"/>
            <a:ext cx="9436100" cy="1336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例题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2</a:t>
            </a: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：求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P:AAAA </a:t>
            </a: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的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next</a:t>
            </a: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数组。</a:t>
            </a: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5" name="标题 1" descr="7cda4d65-ba29-4bfa-b709-835bf4badcb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58595" y="675640"/>
            <a:ext cx="9436100" cy="1336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例题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1</a:t>
            </a: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：求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P:</a:t>
            </a:r>
            <a:r>
              <a:rPr lang="en-US" altLang="zh-CN" sz="3600">
                <a:latin typeface="思源黑体 CN Bold" panose="020B0800000000000000" charset="-122"/>
                <a:sym typeface="+mn-ea"/>
              </a:rPr>
              <a:t>ABAABA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 </a:t>
            </a: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的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next</a:t>
            </a:r>
            <a:r>
              <a:rPr lang="zh-CN" altLang="en-US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数组。</a:t>
            </a: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6" name="标题 1" descr="7cda4d65-ba29-4bfa-b709-835bf4badcb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42695" y="4691380"/>
            <a:ext cx="9436100" cy="1213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0" lvl="5"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AAAA</a:t>
            </a: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marL="2286000" lvl="5"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0123</a:t>
            </a: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242695" y="2437130"/>
            <a:ext cx="10189845" cy="2484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“</a:t>
            </a:r>
            <a:r>
              <a:rPr lang="zh-CN" altLang="en-US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如何高效计算出</a:t>
            </a:r>
            <a:r>
              <a:rPr lang="en-US" altLang="zh-CN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next</a:t>
            </a:r>
            <a:r>
              <a:rPr lang="zh-CN" altLang="en-US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数组？</a:t>
            </a:r>
            <a:r>
              <a:rPr lang="en-US" altLang="zh-CN" sz="54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”</a:t>
            </a:r>
            <a:endParaRPr lang="en-US" altLang="zh-CN" sz="5400" b="1" i="0" u="none" dirty="0">
              <a:solidFill>
                <a:srgbClr val="2A5888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lt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altLang="zh-CN" sz="5400" b="1" i="0" u="none" dirty="0">
              <a:solidFill>
                <a:srgbClr val="2A5888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lt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5504180" y="16891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⑦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 descr="7cda4d65-ba29-4bfa-b709-835bf4badcb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14145" y="125730"/>
            <a:ext cx="4995545" cy="31470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         i</a:t>
            </a:r>
            <a:endParaRPr lang="en-US" altLang="zh-CN" sz="3600" b="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>
                <a:latin typeface="思源黑体 CN Bold" panose="020B0800000000000000" charset="-122"/>
                <a:sym typeface="+mn-ea"/>
              </a:rPr>
              <a:t>*B**</a:t>
            </a:r>
            <a:r>
              <a:rPr lang="en-US" altLang="zh-CN" sz="3600" b="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*B***B</a:t>
            </a:r>
            <a:r>
              <a:rPr lang="en-US" altLang="zh-CN" sz="3600" b="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*</a:t>
            </a:r>
            <a:r>
              <a:rPr lang="en-US" altLang="zh-CN" sz="36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**</a:t>
            </a:r>
            <a:endParaRPr lang="en-US" altLang="zh-CN" sz="3600" b="0" i="0" u="none">
              <a:solidFill>
                <a:schemeClr val="accent1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 i="0" u="none">
                <a:solidFill>
                  <a:schemeClr val="accent1"/>
                </a:solidFill>
                <a:latin typeface="思源黑体 CN Bold" panose="020B0800000000000000" charset="-122"/>
              </a:rPr>
              <a:t>     L</a:t>
            </a:r>
            <a:endParaRPr lang="en-US" altLang="zh-CN" sz="3600" b="0" i="0" u="none">
              <a:solidFill>
                <a:schemeClr val="accent1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 i="0" u="none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</a:rPr>
              <a:t>*B***B</a:t>
            </a:r>
            <a:r>
              <a:rPr lang="en-US" altLang="zh-CN" sz="3600" b="0" i="0" u="none">
                <a:solidFill>
                  <a:srgbClr val="FF0000"/>
                </a:solidFill>
                <a:latin typeface="思源黑体 CN Bold" panose="020B0800000000000000" charset="-122"/>
              </a:rPr>
              <a:t>*</a:t>
            </a:r>
            <a:r>
              <a:rPr lang="en-US" altLang="zh-CN" sz="3600" b="0" i="0" u="none">
                <a:solidFill>
                  <a:srgbClr val="2A5888"/>
                </a:solidFill>
                <a:latin typeface="思源黑体 CN Bold" panose="020B0800000000000000" charset="-122"/>
              </a:rPr>
              <a:t>**B***</a:t>
            </a:r>
            <a:endParaRPr lang="en-US" altLang="zh-CN" sz="3600" b="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400" b="0" i="0" u="none">
                <a:solidFill>
                  <a:srgbClr val="2A5888"/>
                </a:solidFill>
                <a:latin typeface="思源黑体 CN Bold" panose="020B0800000000000000" charset="-122"/>
              </a:rPr>
              <a:t>(</a:t>
            </a:r>
            <a:r>
              <a:rPr lang="zh-CN" altLang="en-US" sz="1400" b="0" i="0" u="none">
                <a:solidFill>
                  <a:srgbClr val="2A5888"/>
                </a:solidFill>
                <a:latin typeface="思源黑体 CN Bold" panose="020B0800000000000000" charset="-122"/>
              </a:rPr>
              <a:t>蓝色部分是已匹配部分，长度为</a:t>
            </a:r>
            <a:r>
              <a:rPr lang="en-US" altLang="zh-CN" sz="1400" b="0" i="0" u="none">
                <a:solidFill>
                  <a:srgbClr val="2A5888"/>
                </a:solidFill>
                <a:latin typeface="思源黑体 CN Bold" panose="020B0800000000000000" charset="-122"/>
              </a:rPr>
              <a:t>L)</a:t>
            </a:r>
            <a:endParaRPr lang="en-US" altLang="zh-CN" sz="1400" b="0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7" name="标题 1" descr="7cda4d65-ba29-4bfa-b709-835bf4badcb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168390" y="116205"/>
            <a:ext cx="4995545" cy="31470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3600" b="0" i="0" u="none">
              <a:solidFill>
                <a:schemeClr val="accent1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          i</a:t>
            </a:r>
            <a:endParaRPr lang="en-US" altLang="zh-CN" sz="3600" b="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>
                <a:latin typeface="思源黑体 CN Bold" panose="020B0800000000000000" charset="-122"/>
                <a:sym typeface="+mn-ea"/>
              </a:rPr>
              <a:t>*B**</a:t>
            </a:r>
            <a:r>
              <a:rPr lang="en-US" altLang="zh-CN" sz="3600" b="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*B***BA</a:t>
            </a:r>
            <a:r>
              <a:rPr lang="en-US" altLang="zh-CN" sz="36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**</a:t>
            </a:r>
            <a:endParaRPr lang="en-US" altLang="zh-CN" sz="3600" b="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 i="0" u="none">
                <a:solidFill>
                  <a:schemeClr val="accent1"/>
                </a:solidFill>
                <a:latin typeface="思源黑体 CN Bold" panose="020B0800000000000000" charset="-122"/>
              </a:rPr>
              <a:t>      L</a:t>
            </a:r>
            <a:endParaRPr lang="en-US" altLang="zh-CN" sz="3600" b="0" i="0" u="none">
              <a:solidFill>
                <a:schemeClr val="accent1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0" i="0" u="none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</a:rPr>
              <a:t>*B***BA</a:t>
            </a:r>
            <a:r>
              <a:rPr lang="en-US" altLang="zh-CN" sz="3600" b="0" i="0" u="none">
                <a:solidFill>
                  <a:srgbClr val="2A5888"/>
                </a:solidFill>
                <a:latin typeface="思源黑体 CN Bold" panose="020B0800000000000000" charset="-122"/>
              </a:rPr>
              <a:t>**B***</a:t>
            </a:r>
            <a:endParaRPr lang="en-US" altLang="zh-CN" sz="3600" b="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0" i="0" u="none">
                <a:solidFill>
                  <a:srgbClr val="2A5888"/>
                </a:solidFill>
                <a:latin typeface="思源黑体 CN Bold" panose="020B0800000000000000" charset="-122"/>
              </a:rPr>
              <a:t>（</a:t>
            </a:r>
            <a:r>
              <a:rPr lang="en-US" sz="14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i</a:t>
            </a:r>
            <a:r>
              <a:rPr lang="zh-CN" altLang="en-US" sz="14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为当前模式匹配串的子串长度，</a:t>
            </a:r>
            <a:r>
              <a:rPr lang="en-US" altLang="zh-CN" sz="14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next</a:t>
            </a:r>
            <a:r>
              <a:rPr lang="zh-CN" altLang="en-US" sz="14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数组下标，</a:t>
            </a:r>
            <a:r>
              <a:rPr lang="en-US" altLang="zh-CN" sz="1400" b="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i++,L++)</a:t>
            </a:r>
            <a:endParaRPr lang="zh-CN" altLang="en-US" sz="1400" b="0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9" name="标题 1" descr="7cda4d65-ba29-4bfa-b709-835bf4badcb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23645" y="3168015"/>
            <a:ext cx="4995545" cy="31470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          i</a:t>
            </a:r>
            <a:endParaRPr lang="en-US" altLang="zh-CN" sz="360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*B**</a:t>
            </a:r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*B***B</a:t>
            </a:r>
            <a:r>
              <a:rPr lang="en-US" altLang="zh-CN" sz="36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H</a:t>
            </a:r>
            <a:r>
              <a:rPr lang="en-US" altLang="zh-CN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**</a:t>
            </a:r>
            <a:endParaRPr lang="en-US" altLang="zh-CN" sz="3600" i="0" u="none">
              <a:solidFill>
                <a:schemeClr val="accent1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</a:rPr>
              <a:t>    &lt;-L</a:t>
            </a:r>
            <a:r>
              <a:rPr lang="en-US" altLang="zh-CN" sz="14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(</a:t>
            </a:r>
            <a:r>
              <a:rPr lang="zh-CN" altLang="en-US" sz="14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回退</a:t>
            </a:r>
            <a:r>
              <a:rPr lang="en-US" altLang="zh-CN" sz="14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,</a:t>
            </a:r>
            <a:r>
              <a:rPr lang="zh-CN" altLang="en-US" sz="14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找到更短的相同前后缀</a:t>
            </a:r>
            <a:r>
              <a:rPr lang="en-US" altLang="zh-CN" sz="14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)</a:t>
            </a:r>
            <a:endParaRPr lang="en-US" altLang="zh-CN" i="0" u="none">
              <a:solidFill>
                <a:schemeClr val="accent1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i="0" u="none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</a:rPr>
              <a:t>*B***B</a:t>
            </a:r>
            <a:r>
              <a:rPr lang="en-US" altLang="zh-CN" sz="3600" i="0" u="none">
                <a:solidFill>
                  <a:srgbClr val="FF0000"/>
                </a:solidFill>
                <a:latin typeface="思源黑体 CN Bold" panose="020B0800000000000000" charset="-122"/>
              </a:rPr>
              <a:t>A</a:t>
            </a:r>
            <a:r>
              <a:rPr lang="en-US" altLang="zh-CN" sz="3600" i="0" u="none">
                <a:solidFill>
                  <a:srgbClr val="2A5888"/>
                </a:solidFill>
                <a:latin typeface="思源黑体 CN Bold" panose="020B0800000000000000" charset="-122"/>
              </a:rPr>
              <a:t>**B***</a:t>
            </a:r>
            <a:endParaRPr lang="en-US" altLang="zh-CN" sz="360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400" i="0" u="none">
                <a:solidFill>
                  <a:srgbClr val="2A5888"/>
                </a:solidFill>
                <a:latin typeface="思源黑体 CN Bold" panose="020B0800000000000000" charset="-122"/>
              </a:rPr>
              <a:t>(</a:t>
            </a:r>
            <a:r>
              <a:rPr lang="zh-CN" altLang="en-US" sz="1400" i="0" u="none">
                <a:solidFill>
                  <a:srgbClr val="2A5888"/>
                </a:solidFill>
                <a:latin typeface="思源黑体 CN Bold" panose="020B0800000000000000" charset="-122"/>
              </a:rPr>
              <a:t>从已匹配算出的</a:t>
            </a:r>
            <a:r>
              <a:rPr lang="en-US" altLang="zh-CN" sz="1400" i="0" u="none">
                <a:solidFill>
                  <a:srgbClr val="2A5888"/>
                </a:solidFill>
                <a:latin typeface="思源黑体 CN Bold" panose="020B0800000000000000" charset="-122"/>
              </a:rPr>
              <a:t>next</a:t>
            </a:r>
            <a:r>
              <a:rPr lang="zh-CN" altLang="en-US" sz="1400" i="0" u="none">
                <a:solidFill>
                  <a:srgbClr val="2A5888"/>
                </a:solidFill>
                <a:latin typeface="思源黑体 CN Bold" panose="020B0800000000000000" charset="-122"/>
              </a:rPr>
              <a:t>数组中找到更短的相同前后缀</a:t>
            </a:r>
            <a:r>
              <a:rPr lang="en-US" altLang="zh-CN" sz="1400" i="0" u="none">
                <a:solidFill>
                  <a:srgbClr val="2A5888"/>
                </a:solidFill>
                <a:latin typeface="思源黑体 CN Bold" panose="020B0800000000000000" charset="-122"/>
              </a:rPr>
              <a:t>)</a:t>
            </a:r>
            <a:endParaRPr lang="en-US" altLang="zh-CN" sz="1400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  <p:sp>
        <p:nvSpPr>
          <p:cNvPr id="10" name="标题 1" descr="7cda4d65-ba29-4bfa-b709-835bf4badcb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84900" y="3180715"/>
            <a:ext cx="4995545" cy="31470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          i</a:t>
            </a:r>
            <a:endParaRPr lang="en-US" altLang="zh-CN" sz="360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*BH**B**</a:t>
            </a:r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  <a:sym typeface="+mn-ea"/>
              </a:rPr>
              <a:t>*B</a:t>
            </a:r>
            <a:r>
              <a:rPr lang="en-US" altLang="zh-CN" sz="36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H</a:t>
            </a:r>
            <a:r>
              <a:rPr lang="en-US" altLang="zh-CN" sz="36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**</a:t>
            </a:r>
            <a:endParaRPr lang="en-US" altLang="zh-CN" sz="360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</a:rPr>
              <a:t>L</a:t>
            </a:r>
            <a:r>
              <a:rPr lang="en-US" altLang="zh-CN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(</a:t>
            </a:r>
            <a:r>
              <a:rPr lang="zh-CN" altLang="en-US" sz="14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希望找到前一个长度子串的相同前后缀，继续比较）</a:t>
            </a:r>
            <a:r>
              <a:rPr lang="en-US" altLang="zh-CN" sz="3600" i="0" u="none">
                <a:solidFill>
                  <a:schemeClr val="accent5">
                    <a:lumMod val="75000"/>
                  </a:schemeClr>
                </a:solidFill>
                <a:latin typeface="思源黑体 CN Bold" panose="020B0800000000000000" charset="-122"/>
              </a:rPr>
              <a:t>*B</a:t>
            </a:r>
            <a:r>
              <a:rPr lang="en-US" altLang="zh-CN" sz="3600" i="0" u="none">
                <a:solidFill>
                  <a:srgbClr val="FF0000"/>
                </a:solidFill>
                <a:latin typeface="思源黑体 CN Bold" panose="020B0800000000000000" charset="-122"/>
              </a:rPr>
              <a:t>H</a:t>
            </a:r>
            <a:r>
              <a:rPr lang="en-US" altLang="zh-CN" sz="3600" i="0" u="none">
                <a:solidFill>
                  <a:schemeClr val="accent1"/>
                </a:solidFill>
                <a:latin typeface="思源黑体 CN Bold" panose="020B0800000000000000" charset="-122"/>
              </a:rPr>
              <a:t>**BA</a:t>
            </a:r>
            <a:r>
              <a:rPr lang="en-US" altLang="zh-CN" sz="3600" i="0" u="none">
                <a:solidFill>
                  <a:srgbClr val="2A5888"/>
                </a:solidFill>
                <a:latin typeface="思源黑体 CN Bold" panose="020B0800000000000000" charset="-122"/>
              </a:rPr>
              <a:t>**BH**</a:t>
            </a:r>
            <a:endParaRPr lang="en-US" altLang="zh-CN" sz="3600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L = next[L - 1] (</a:t>
            </a:r>
            <a:r>
              <a:rPr lang="zh-CN" altLang="en-US" sz="14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前一个子串的最长相同前后缀</a:t>
            </a:r>
            <a:r>
              <a:rPr lang="en-US" altLang="zh-CN" sz="1400">
                <a:solidFill>
                  <a:srgbClr val="2A5888"/>
                </a:solidFill>
                <a:latin typeface="思源黑体 CN Bold" panose="020B0800000000000000" charset="-122"/>
                <a:sym typeface="+mn-ea"/>
              </a:rPr>
              <a:t>)</a:t>
            </a:r>
            <a:endParaRPr lang="en-US" altLang="zh-CN" sz="1400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28685" y="861695"/>
            <a:ext cx="3009900" cy="2628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标题 1" descr="7cda4d65-ba29-4bfa-b709-835bf4badcb6"/>
          <p:cNvSpPr>
            <a:spLocks noGrp="1"/>
          </p:cNvSpPr>
          <p:nvPr/>
        </p:nvSpPr>
        <p:spPr>
          <a:xfrm>
            <a:off x="842645" y="434340"/>
            <a:ext cx="2748915" cy="16579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Li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ABABCABAB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latin typeface="思源黑体 CN Bold" panose="020B0800000000000000" charset="-122"/>
                <a:sym typeface="+mn-ea"/>
              </a:rPr>
              <a:t>0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3" name="标题 1" descr="7cda4d65-ba29-4bfa-b709-835bf4badcb6"/>
          <p:cNvSpPr>
            <a:spLocks noGrp="1"/>
          </p:cNvSpPr>
          <p:nvPr/>
        </p:nvSpPr>
        <p:spPr>
          <a:xfrm>
            <a:off x="3578225" y="421640"/>
            <a:ext cx="2398395" cy="16706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L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ABABCABAB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latin typeface="思源黑体 CN Bold" panose="020B0800000000000000" charset="-122"/>
                <a:sym typeface="+mn-ea"/>
              </a:rPr>
              <a:t>00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5" name="标题 1" descr="7cda4d65-ba29-4bfa-b709-835bf4badcb6"/>
          <p:cNvSpPr>
            <a:spLocks noGrp="1"/>
          </p:cNvSpPr>
          <p:nvPr/>
        </p:nvSpPr>
        <p:spPr>
          <a:xfrm>
            <a:off x="6321425" y="645795"/>
            <a:ext cx="2466340" cy="14465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 L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B</a:t>
            </a: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BCABAB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latin typeface="思源黑体 CN Bold" panose="020B0800000000000000" charset="-122"/>
                <a:sym typeface="+mn-ea"/>
              </a:rPr>
              <a:t>001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828675" y="2608580"/>
            <a:ext cx="2376170" cy="1525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indent="457200"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L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ABAB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CABAB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0012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11" name="标题 1" descr="7cda4d65-ba29-4bfa-b709-835bf4badcb6"/>
          <p:cNvSpPr>
            <a:spLocks noGrp="1"/>
          </p:cNvSpPr>
          <p:nvPr/>
        </p:nvSpPr>
        <p:spPr>
          <a:xfrm>
            <a:off x="3578860" y="2612390"/>
            <a:ext cx="2273935" cy="1525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L  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ABABCABAB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0012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12" name="标题 1" descr="7cda4d65-ba29-4bfa-b709-835bf4badcb6"/>
          <p:cNvSpPr>
            <a:spLocks noGrp="1"/>
          </p:cNvSpPr>
          <p:nvPr/>
        </p:nvSpPr>
        <p:spPr>
          <a:xfrm>
            <a:off x="6315710" y="2621280"/>
            <a:ext cx="2138045" cy="1525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L   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ABABCABAB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00120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13" name="标题 1" descr="7cda4d65-ba29-4bfa-b709-835bf4badcb6"/>
          <p:cNvSpPr>
            <a:spLocks noGrp="1"/>
          </p:cNvSpPr>
          <p:nvPr/>
        </p:nvSpPr>
        <p:spPr>
          <a:xfrm>
            <a:off x="829945" y="4676140"/>
            <a:ext cx="2138045" cy="1525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 L   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BABC</a:t>
            </a: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001201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14" name="标题 1" descr="7cda4d65-ba29-4bfa-b709-835bf4badcb6"/>
          <p:cNvSpPr>
            <a:spLocks noGrp="1"/>
          </p:cNvSpPr>
          <p:nvPr/>
        </p:nvSpPr>
        <p:spPr>
          <a:xfrm>
            <a:off x="3578225" y="4671060"/>
            <a:ext cx="2138045" cy="1525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  L   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ABC</a:t>
            </a: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0012012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15" name="标题 1" descr="7cda4d65-ba29-4bfa-b709-835bf4badcb6"/>
          <p:cNvSpPr>
            <a:spLocks noGrp="1"/>
          </p:cNvSpPr>
          <p:nvPr/>
        </p:nvSpPr>
        <p:spPr>
          <a:xfrm>
            <a:off x="6308090" y="4676140"/>
            <a:ext cx="2138045" cy="1525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   L   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ABA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BC</a:t>
            </a: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ABA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00120123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16" name="标题 1" descr="7cda4d65-ba29-4bfa-b709-835bf4badcb6"/>
          <p:cNvSpPr>
            <a:spLocks noGrp="1"/>
          </p:cNvSpPr>
          <p:nvPr/>
        </p:nvSpPr>
        <p:spPr>
          <a:xfrm>
            <a:off x="9057640" y="4663440"/>
            <a:ext cx="2698750" cy="15259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latin typeface="思源黑体 CN Bold" panose="020B0800000000000000" charset="-122"/>
                <a:sym typeface="+mn-ea"/>
              </a:rPr>
              <a:t>    L    i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ABAB</a:t>
            </a:r>
            <a:r>
              <a:rPr lang="en-US" altLang="zh-CN" sz="2400">
                <a:latin typeface="思源黑体 CN Bold" panose="020B0800000000000000" charset="-122"/>
                <a:sym typeface="+mn-ea"/>
              </a:rPr>
              <a:t>C</a:t>
            </a:r>
            <a:r>
              <a:rPr lang="en-US" altLang="zh-CN" sz="2400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ABAB</a:t>
            </a:r>
            <a:endParaRPr lang="en-US" altLang="zh-CN" sz="2400"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en-US" sz="24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001201234</a:t>
            </a:r>
            <a:endParaRPr lang="en-US" altLang="en-US" sz="24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8586470" y="420370"/>
            <a:ext cx="2974340" cy="26701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800">
              <a:solidFill>
                <a:schemeClr val="bg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>
                <a:solidFill>
                  <a:schemeClr val="bg1"/>
                </a:solidFill>
                <a:latin typeface="思源黑体 CN Bold" panose="020B0800000000000000" charset="-122"/>
                <a:sym typeface="+mn-ea"/>
              </a:rPr>
              <a:t>L:</a:t>
            </a:r>
            <a:r>
              <a:rPr lang="zh-CN" altLang="en-US" sz="2800">
                <a:solidFill>
                  <a:schemeClr val="bg1"/>
                </a:solidFill>
                <a:latin typeface="思源黑体 CN Bold" panose="020B0800000000000000" charset="-122"/>
                <a:sym typeface="+mn-ea"/>
              </a:rPr>
              <a:t>当前已匹配前后缀长度</a:t>
            </a:r>
            <a:endParaRPr lang="zh-CN" altLang="en-US" sz="2800">
              <a:solidFill>
                <a:schemeClr val="bg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zh-CN" altLang="en-US" sz="2800">
              <a:solidFill>
                <a:schemeClr val="bg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i="0" u="none">
                <a:solidFill>
                  <a:schemeClr val="bg1"/>
                </a:solidFill>
                <a:latin typeface="思源黑体 CN Bold" panose="020B0800000000000000" charset="-122"/>
                <a:sym typeface="+mn-ea"/>
              </a:rPr>
              <a:t>i:</a:t>
            </a:r>
            <a:r>
              <a:rPr lang="zh-CN" altLang="en-US" sz="2800" i="0" u="none">
                <a:solidFill>
                  <a:schemeClr val="bg1"/>
                </a:solidFill>
                <a:latin typeface="思源黑体 CN Bold" panose="020B0800000000000000" charset="-122"/>
                <a:sym typeface="+mn-ea"/>
              </a:rPr>
              <a:t>匹配字符主指针</a:t>
            </a:r>
            <a:endParaRPr lang="zh-CN" altLang="en-US" sz="2800" i="0" u="none">
              <a:solidFill>
                <a:schemeClr val="bg1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7cda4d65-ba29-4bfa-b709-835bf4badcb6"/>
          <p:cNvSpPr>
            <a:spLocks noGrp="1"/>
          </p:cNvSpPr>
          <p:nvPr/>
        </p:nvSpPr>
        <p:spPr>
          <a:xfrm>
            <a:off x="1649095" y="2500630"/>
            <a:ext cx="9173845" cy="2484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6600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“</a:t>
            </a:r>
            <a:r>
              <a:rPr lang="en-US" altLang="zh-CN" sz="60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KMP</a:t>
            </a:r>
            <a:r>
              <a:rPr lang="zh-CN" altLang="en-US" sz="60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算法</a:t>
            </a:r>
            <a:r>
              <a:rPr lang="en-US" altLang="zh-CN" sz="60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C++</a:t>
            </a:r>
            <a:r>
              <a:rPr lang="zh-CN" altLang="en-US" sz="6000" b="1" i="0" u="none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rPr>
              <a:t>代码实现</a:t>
            </a:r>
            <a:r>
              <a:rPr lang="en-US" altLang="zh-CN" sz="6600" dirty="0">
                <a:solidFill>
                  <a:srgbClr val="2A5888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Arial" panose="020B0604020202020204" pitchFamily="34" charset="0"/>
              </a:rPr>
              <a:t>”</a:t>
            </a:r>
            <a:endParaRPr lang="zh-CN" altLang="en-US" sz="6000" b="1" i="0" u="none" dirty="0">
              <a:solidFill>
                <a:srgbClr val="2A5888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lt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endParaRPr lang="zh-CN" altLang="en-US" sz="6000" b="1" i="0" u="none" dirty="0">
              <a:solidFill>
                <a:srgbClr val="2A5888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lt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/>
        </p:nvSpPr>
        <p:spPr>
          <a:xfrm>
            <a:off x="5504180" y="1689100"/>
            <a:ext cx="1645920" cy="1367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A5888"/>
                </a:solidFill>
                <a:latin typeface="+mn-lt"/>
                <a:ea typeface="+mn-ea"/>
                <a:cs typeface="+mn-ea"/>
                <a:sym typeface="+mn-lt"/>
              </a:rPr>
              <a:t>⑧</a:t>
            </a:r>
            <a:endParaRPr lang="en-US" altLang="zh-CN" sz="6600" b="1" i="0" u="none" dirty="0">
              <a:solidFill>
                <a:srgbClr val="2A588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1137920" y="228600"/>
            <a:ext cx="11433175" cy="64871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std::vector&lt;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&gt; </a:t>
            </a:r>
            <a:r>
              <a:rPr lang="en-US" altLang="zh-CN" sz="1800" b="1" i="0" u="none">
                <a:solidFill>
                  <a:schemeClr val="accent6">
                    <a:lumMod val="50000"/>
                  </a:schemeClr>
                </a:solidFill>
                <a:latin typeface="思源黑体 CN Bold" panose="020B0800000000000000" charset="-122"/>
              </a:rPr>
              <a:t>computeNextArray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(const std::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string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&amp; pat) 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m = pat.</a:t>
            </a:r>
            <a:r>
              <a:rPr lang="en-US" altLang="zh-CN" sz="1800" b="1" i="0" u="none">
                <a:solidFill>
                  <a:schemeClr val="accent6">
                    <a:lumMod val="50000"/>
                  </a:schemeClr>
                </a:solidFill>
                <a:latin typeface="思源黑体 CN Bold" panose="020B0800000000000000" charset="-122"/>
              </a:rPr>
              <a:t>length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();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std::vector&lt;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&gt; next(m, 0);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next[i] 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长度为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i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的子串的最长公共前后缀长度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len = 0;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next[0] 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总是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0</a:t>
            </a:r>
            <a:endParaRPr lang="en-US" altLang="zh-CN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i = 1;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while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(i &lt; m) 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if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(pat[i] == pat[len]) 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len++;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next[i] = len;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i++;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else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if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(len != 0) 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    len = next[len - 1];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往前回溯，找到一个更短的子串长度，用于下一轮字符比较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else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{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如果长度为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0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（即没有匹配的前缀）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    next[i] = 0;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    i++;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FF0000"/>
                </a:solidFill>
                <a:latin typeface="思源黑体 CN Bold" panose="020B0800000000000000" charset="-122"/>
              </a:rPr>
              <a:t>return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next;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 descr="7cda4d65-ba29-4bfa-b709-835bf4badcb6"/>
          <p:cNvSpPr>
            <a:spLocks noGrp="1"/>
          </p:cNvSpPr>
          <p:nvPr/>
        </p:nvSpPr>
        <p:spPr>
          <a:xfrm>
            <a:off x="1137920" y="199390"/>
            <a:ext cx="11433175" cy="66459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void </a:t>
            </a:r>
            <a:r>
              <a:rPr lang="en-US" altLang="zh-CN" sz="1800" b="1" i="0" u="none">
                <a:solidFill>
                  <a:schemeClr val="accent6">
                    <a:lumMod val="50000"/>
                  </a:schemeClr>
                </a:solidFill>
                <a:latin typeface="思源黑体 CN Bold" panose="020B0800000000000000" charset="-122"/>
              </a:rPr>
              <a:t>KMPSearch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(const std::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string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&amp; txt, const std::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string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&amp; pat) 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std::vector&lt;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&gt; next = </a:t>
            </a:r>
            <a:r>
              <a:rPr lang="en-US" altLang="zh-CN" sz="1800" b="1" i="0" u="none">
                <a:solidFill>
                  <a:schemeClr val="accent6">
                    <a:lumMod val="50000"/>
                  </a:schemeClr>
                </a:solidFill>
                <a:latin typeface="思源黑体 CN Bold" panose="020B0800000000000000" charset="-122"/>
              </a:rPr>
              <a:t>computeNextArray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(pat);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n = txt.</a:t>
            </a:r>
            <a:r>
              <a:rPr lang="en-US" altLang="zh-CN" sz="1800" b="1" i="0" u="none">
                <a:solidFill>
                  <a:schemeClr val="accent6">
                    <a:lumMod val="50000"/>
                  </a:schemeClr>
                </a:solidFill>
                <a:latin typeface="思源黑体 CN Bold" panose="020B0800000000000000" charset="-122"/>
              </a:rPr>
              <a:t>length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();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m = pat.</a:t>
            </a:r>
            <a:r>
              <a:rPr lang="en-US" altLang="zh-CN" sz="1800" b="1" i="0" u="none">
                <a:solidFill>
                  <a:schemeClr val="accent6">
                    <a:lumMod val="50000"/>
                  </a:schemeClr>
                </a:solidFill>
                <a:latin typeface="思源黑体 CN Bold" panose="020B0800000000000000" charset="-122"/>
              </a:rPr>
              <a:t>length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();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i = 0;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txt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的索引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00B0F0"/>
                </a:solidFill>
                <a:latin typeface="思源黑体 CN Bold" panose="020B0800000000000000" charset="-122"/>
              </a:rPr>
              <a:t>int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j = 0;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pat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的索引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while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(i &lt; n) 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if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(pat[j] == txt[i]){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j++;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i++;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if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(j == m) {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找到了模式字符串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j = next[j - 1];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继续查找下一个可能的匹配位置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 else if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(i &lt; n &amp;&amp; pat[j] != txt[i]) {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不匹配时移动索引，根据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next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调整模式字符串的索引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j</a:t>
            </a:r>
            <a:endParaRPr lang="en-US" altLang="zh-CN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if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(j != 0) {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    j = next[j - 1];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</a:t>
            </a:r>
            <a:r>
              <a:rPr lang="en-US" altLang="zh-CN" sz="1800" b="1" i="0" u="none">
                <a:solidFill>
                  <a:srgbClr val="7030A0"/>
                </a:solidFill>
                <a:latin typeface="思源黑体 CN Bold" panose="020B0800000000000000" charset="-122"/>
              </a:rPr>
              <a:t>else </a:t>
            </a: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{ 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// 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如果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j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为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0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，则只能将</a:t>
            </a:r>
            <a:r>
              <a:rPr lang="en-US" altLang="zh-CN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i</a:t>
            </a:r>
            <a:r>
              <a:rPr lang="zh-CN" altLang="en-US" sz="1800" b="1" i="0" u="none">
                <a:solidFill>
                  <a:srgbClr val="00B050"/>
                </a:solidFill>
                <a:latin typeface="思源黑体 CN Bold" panose="020B0800000000000000" charset="-122"/>
              </a:rPr>
              <a:t>后移一位</a:t>
            </a:r>
            <a:endParaRPr lang="zh-CN" altLang="en-US" sz="1800" b="1" i="0" u="none">
              <a:solidFill>
                <a:srgbClr val="00B050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    i = i + 1;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    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800" b="1" i="0" u="none">
                <a:solidFill>
                  <a:srgbClr val="2A5888"/>
                </a:solidFill>
                <a:latin typeface="思源黑体 CN Bold" panose="020B0800000000000000" charset="-122"/>
              </a:rPr>
              <a:t>}</a:t>
            </a:r>
            <a:endParaRPr lang="en-US" altLang="zh-CN" sz="1800" b="1" i="0" u="none">
              <a:solidFill>
                <a:srgbClr val="2A5888"/>
              </a:solidFill>
              <a:latin typeface="思源黑体 CN Bold" panose="020B08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 descr="7cda4d65-ba29-4bfa-b709-835bf4badcb6"/>
          <p:cNvSpPr>
            <a:spLocks noGrp="1"/>
          </p:cNvSpPr>
          <p:nvPr/>
        </p:nvSpPr>
        <p:spPr>
          <a:xfrm>
            <a:off x="1189990" y="2727960"/>
            <a:ext cx="9973310" cy="3749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算法思想：</a:t>
            </a: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动态规划法</a:t>
            </a:r>
            <a:endParaRPr lang="zh-CN" altLang="en-US" sz="2800" i="0" u="none">
              <a:solidFill>
                <a:srgbClr val="FF0000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递归？</a:t>
            </a: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是否还有优化空间？</a:t>
            </a:r>
            <a:endParaRPr lang="en-US" altLang="zh-CN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时间复杂度：</a:t>
            </a: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i="0" u="none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KMP:O(m+n)		BF:O(m*n)</a:t>
            </a:r>
            <a:endParaRPr lang="en-US" altLang="zh-CN" sz="2800" i="0" u="none">
              <a:solidFill>
                <a:srgbClr val="FF0000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800" i="0" u="none">
              <a:solidFill>
                <a:srgbClr val="FF0000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空间复杂度：</a:t>
            </a: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i="0" u="none">
                <a:solidFill>
                  <a:srgbClr val="FF0000"/>
                </a:solidFill>
                <a:latin typeface="思源黑体 CN Bold" panose="020B0800000000000000" charset="-122"/>
                <a:sym typeface="+mn-ea"/>
              </a:rPr>
              <a:t>KMP:O(m)		BF:O(0)</a:t>
            </a:r>
            <a:endParaRPr lang="en-US" altLang="zh-CN" sz="2800" i="0" u="none">
              <a:solidFill>
                <a:srgbClr val="FF0000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altLang="zh-CN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5" name="标题 1" descr="7cda4d65-ba29-4bfa-b709-835bf4badcb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58595" y="268605"/>
            <a:ext cx="9436100" cy="7537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sz="36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算法总结与思考：</a:t>
            </a:r>
            <a:endParaRPr lang="zh-CN" sz="36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35" y="1986280"/>
            <a:ext cx="5468620" cy="3540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457fe7e-c8ec-455f-b1c4-b6027bdb496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A5888"/>
                </a:solidFill>
                <a:ea typeface="思源黑体 CN Bold" panose="020B0800000000000000" charset="-122"/>
              </a:rPr>
              <a:t>实际应用案例</a:t>
            </a:r>
            <a:r>
              <a:rPr lang="zh-CN" altLang="en-US" sz="2800" b="1" i="0" u="none">
                <a:solidFill>
                  <a:srgbClr val="2A5888"/>
                </a:solidFill>
                <a:ea typeface="思源黑体 CN Bold" panose="020B0800000000000000" charset="-122"/>
              </a:rPr>
              <a:t>（</a:t>
            </a:r>
            <a:r>
              <a:rPr lang="en-US" altLang="zh-CN" sz="2800" b="1" i="0" u="none">
                <a:solidFill>
                  <a:srgbClr val="2A5888"/>
                </a:solidFill>
                <a:ea typeface="思源黑体 CN Bold" panose="020B0800000000000000" charset="-122"/>
              </a:rPr>
              <a:t>KMP</a:t>
            </a:r>
            <a:r>
              <a:rPr lang="zh-CN" altLang="en-US" sz="2800" b="1" i="0" u="none">
                <a:solidFill>
                  <a:srgbClr val="2A5888"/>
                </a:solidFill>
                <a:ea typeface="思源黑体 CN Bold" panose="020B0800000000000000" charset="-122"/>
              </a:rPr>
              <a:t>算法的应用场景）</a:t>
            </a:r>
            <a:endParaRPr lang="zh-CN" altLang="en-US" sz="2800" b="1" i="0" u="none">
              <a:solidFill>
                <a:srgbClr val="2A5888"/>
              </a:solidFill>
              <a:ea typeface="思源黑体 CN Bold" panose="020B0800000000000000" charset="-122"/>
            </a:endParaRPr>
          </a:p>
        </p:txBody>
      </p:sp>
      <p:grpSp>
        <p:nvGrpSpPr>
          <p:cNvPr id="29" name="2a4e2f62-14ab-46bb-b54e-6fed34e0d2d2.source.6.zh-Hans.pptx" descr="a4b76fb1-4dec-4063-b3b6-ab8722643f5c"/>
          <p:cNvGrpSpPr/>
          <p:nvPr>
            <p:custDataLst>
              <p:tags r:id="rId1"/>
            </p:custDataLst>
          </p:nvPr>
        </p:nvGrpSpPr>
        <p:grpSpPr>
          <a:xfrm>
            <a:off x="256540" y="1814195"/>
            <a:ext cx="11475085" cy="3876675"/>
            <a:chOff x="649075" y="2448968"/>
            <a:chExt cx="10864956" cy="3670133"/>
          </a:xfrm>
        </p:grpSpPr>
        <p:cxnSp>
          <p:nvCxnSpPr>
            <p:cNvPr id="73" name="íšḷiḓè" descr="553a4e92-1e63-44f8-8a86-b32f83236dae"/>
            <p:cNvCxnSpPr>
              <a:stCxn id="100" idx="4"/>
              <a:endCxn id="50" idx="0"/>
            </p:cNvCxnSpPr>
            <p:nvPr>
              <p:custDataLst>
                <p:tags r:id="rId2"/>
              </p:custDataLst>
            </p:nvPr>
          </p:nvCxnSpPr>
          <p:spPr>
            <a:xfrm>
              <a:off x="3726892" y="3197018"/>
              <a:ext cx="0" cy="1997264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iṩ1ïḋé" descr="cf085154-09b5-4f13-85e8-cafbe55c3c7c"/>
            <p:cNvCxnSpPr>
              <a:stCxn id="110" idx="4"/>
              <a:endCxn id="120" idx="0"/>
            </p:cNvCxnSpPr>
            <p:nvPr>
              <p:custDataLst>
                <p:tags r:id="rId3"/>
              </p:custDataLst>
            </p:nvPr>
          </p:nvCxnSpPr>
          <p:spPr>
            <a:xfrm>
              <a:off x="8408873" y="3197018"/>
              <a:ext cx="0" cy="1997264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 descr="7b733e1c-9115-427a-a548-408f7a23511b"/>
            <p:cNvGrpSpPr/>
            <p:nvPr/>
          </p:nvGrpSpPr>
          <p:grpSpPr>
            <a:xfrm>
              <a:off x="4445383" y="2534648"/>
              <a:ext cx="3301234" cy="3307334"/>
              <a:chOff x="4445383" y="2534648"/>
              <a:chExt cx="3301234" cy="3307334"/>
            </a:xfrm>
          </p:grpSpPr>
          <p:sp>
            <p:nvSpPr>
              <p:cNvPr id="49" name="ïśļíďê" descr="70eb8dfb-0ff1-466d-a21b-122ee9a85fcd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5647755" y="2694853"/>
                <a:ext cx="232780" cy="496635"/>
              </a:xfrm>
              <a:custGeom>
                <a:avLst/>
                <a:gdLst>
                  <a:gd name="T0" fmla="*/ 37 w 74"/>
                  <a:gd name="T1" fmla="*/ 48 h 171"/>
                  <a:gd name="T2" fmla="*/ 44 w 74"/>
                  <a:gd name="T3" fmla="*/ 47 h 171"/>
                  <a:gd name="T4" fmla="*/ 52 w 74"/>
                  <a:gd name="T5" fmla="*/ 77 h 171"/>
                  <a:gd name="T6" fmla="*/ 45 w 74"/>
                  <a:gd name="T7" fmla="*/ 105 h 171"/>
                  <a:gd name="T8" fmla="*/ 42 w 74"/>
                  <a:gd name="T9" fmla="*/ 118 h 171"/>
                  <a:gd name="T10" fmla="*/ 43 w 74"/>
                  <a:gd name="T11" fmla="*/ 166 h 171"/>
                  <a:gd name="T12" fmla="*/ 50 w 74"/>
                  <a:gd name="T13" fmla="*/ 171 h 171"/>
                  <a:gd name="T14" fmla="*/ 53 w 74"/>
                  <a:gd name="T15" fmla="*/ 170 h 171"/>
                  <a:gd name="T16" fmla="*/ 57 w 74"/>
                  <a:gd name="T17" fmla="*/ 160 h 171"/>
                  <a:gd name="T18" fmla="*/ 57 w 74"/>
                  <a:gd name="T19" fmla="*/ 122 h 171"/>
                  <a:gd name="T20" fmla="*/ 61 w 74"/>
                  <a:gd name="T21" fmla="*/ 110 h 171"/>
                  <a:gd name="T22" fmla="*/ 68 w 74"/>
                  <a:gd name="T23" fmla="*/ 78 h 171"/>
                  <a:gd name="T24" fmla="*/ 58 w 74"/>
                  <a:gd name="T25" fmla="*/ 40 h 171"/>
                  <a:gd name="T26" fmla="*/ 64 w 74"/>
                  <a:gd name="T27" fmla="*/ 33 h 171"/>
                  <a:gd name="T28" fmla="*/ 74 w 74"/>
                  <a:gd name="T29" fmla="*/ 10 h 171"/>
                  <a:gd name="T30" fmla="*/ 67 w 74"/>
                  <a:gd name="T31" fmla="*/ 1 h 171"/>
                  <a:gd name="T32" fmla="*/ 58 w 74"/>
                  <a:gd name="T33" fmla="*/ 7 h 171"/>
                  <a:gd name="T34" fmla="*/ 51 w 74"/>
                  <a:gd name="T35" fmla="*/ 24 h 171"/>
                  <a:gd name="T36" fmla="*/ 45 w 74"/>
                  <a:gd name="T37" fmla="*/ 30 h 171"/>
                  <a:gd name="T38" fmla="*/ 41 w 74"/>
                  <a:gd name="T39" fmla="*/ 32 h 171"/>
                  <a:gd name="T40" fmla="*/ 37 w 74"/>
                  <a:gd name="T41" fmla="*/ 32 h 171"/>
                  <a:gd name="T42" fmla="*/ 15 w 74"/>
                  <a:gd name="T43" fmla="*/ 26 h 171"/>
                  <a:gd name="T44" fmla="*/ 3 w 74"/>
                  <a:gd name="T45" fmla="*/ 26 h 171"/>
                  <a:gd name="T46" fmla="*/ 3 w 74"/>
                  <a:gd name="T47" fmla="*/ 38 h 171"/>
                  <a:gd name="T48" fmla="*/ 36 w 74"/>
                  <a:gd name="T49" fmla="*/ 48 h 171"/>
                  <a:gd name="T50" fmla="*/ 37 w 74"/>
                  <a:gd name="T51" fmla="*/ 4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4" h="171">
                    <a:moveTo>
                      <a:pt x="37" y="48"/>
                    </a:moveTo>
                    <a:cubicBezTo>
                      <a:pt x="39" y="48"/>
                      <a:pt x="41" y="48"/>
                      <a:pt x="44" y="47"/>
                    </a:cubicBezTo>
                    <a:cubicBezTo>
                      <a:pt x="51" y="55"/>
                      <a:pt x="53" y="67"/>
                      <a:pt x="52" y="77"/>
                    </a:cubicBezTo>
                    <a:cubicBezTo>
                      <a:pt x="51" y="86"/>
                      <a:pt x="48" y="96"/>
                      <a:pt x="45" y="105"/>
                    </a:cubicBezTo>
                    <a:cubicBezTo>
                      <a:pt x="44" y="109"/>
                      <a:pt x="43" y="114"/>
                      <a:pt x="42" y="118"/>
                    </a:cubicBezTo>
                    <a:cubicBezTo>
                      <a:pt x="37" y="138"/>
                      <a:pt x="37" y="153"/>
                      <a:pt x="43" y="166"/>
                    </a:cubicBezTo>
                    <a:cubicBezTo>
                      <a:pt x="44" y="169"/>
                      <a:pt x="47" y="171"/>
                      <a:pt x="50" y="171"/>
                    </a:cubicBezTo>
                    <a:cubicBezTo>
                      <a:pt x="51" y="171"/>
                      <a:pt x="52" y="171"/>
                      <a:pt x="53" y="170"/>
                    </a:cubicBezTo>
                    <a:cubicBezTo>
                      <a:pt x="57" y="169"/>
                      <a:pt x="59" y="164"/>
                      <a:pt x="57" y="160"/>
                    </a:cubicBezTo>
                    <a:cubicBezTo>
                      <a:pt x="53" y="150"/>
                      <a:pt x="53" y="138"/>
                      <a:pt x="57" y="122"/>
                    </a:cubicBezTo>
                    <a:cubicBezTo>
                      <a:pt x="58" y="118"/>
                      <a:pt x="60" y="114"/>
                      <a:pt x="61" y="110"/>
                    </a:cubicBezTo>
                    <a:cubicBezTo>
                      <a:pt x="64" y="100"/>
                      <a:pt x="67" y="89"/>
                      <a:pt x="68" y="78"/>
                    </a:cubicBezTo>
                    <a:cubicBezTo>
                      <a:pt x="69" y="63"/>
                      <a:pt x="66" y="50"/>
                      <a:pt x="58" y="40"/>
                    </a:cubicBezTo>
                    <a:cubicBezTo>
                      <a:pt x="61" y="38"/>
                      <a:pt x="62" y="36"/>
                      <a:pt x="64" y="33"/>
                    </a:cubicBezTo>
                    <a:cubicBezTo>
                      <a:pt x="69" y="26"/>
                      <a:pt x="72" y="18"/>
                      <a:pt x="74" y="10"/>
                    </a:cubicBezTo>
                    <a:cubicBezTo>
                      <a:pt x="74" y="6"/>
                      <a:pt x="72" y="2"/>
                      <a:pt x="67" y="1"/>
                    </a:cubicBezTo>
                    <a:cubicBezTo>
                      <a:pt x="63" y="0"/>
                      <a:pt x="59" y="3"/>
                      <a:pt x="58" y="7"/>
                    </a:cubicBezTo>
                    <a:cubicBezTo>
                      <a:pt x="57" y="13"/>
                      <a:pt x="54" y="19"/>
                      <a:pt x="51" y="24"/>
                    </a:cubicBezTo>
                    <a:cubicBezTo>
                      <a:pt x="49" y="27"/>
                      <a:pt x="47" y="29"/>
                      <a:pt x="45" y="30"/>
                    </a:cubicBezTo>
                    <a:cubicBezTo>
                      <a:pt x="44" y="30"/>
                      <a:pt x="42" y="31"/>
                      <a:pt x="41" y="32"/>
                    </a:cubicBezTo>
                    <a:cubicBezTo>
                      <a:pt x="40" y="32"/>
                      <a:pt x="38" y="32"/>
                      <a:pt x="37" y="32"/>
                    </a:cubicBezTo>
                    <a:cubicBezTo>
                      <a:pt x="28" y="32"/>
                      <a:pt x="19" y="31"/>
                      <a:pt x="15" y="26"/>
                    </a:cubicBezTo>
                    <a:cubicBezTo>
                      <a:pt x="12" y="23"/>
                      <a:pt x="6" y="23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12" y="47"/>
                      <a:pt x="25" y="48"/>
                      <a:pt x="36" y="48"/>
                    </a:cubicBezTo>
                    <a:cubicBezTo>
                      <a:pt x="37" y="48"/>
                      <a:pt x="37" y="48"/>
                      <a:pt x="37" y="48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1" name="îšļiḍe" descr="dfd36cbc-84cb-46da-8088-a3c8a74ed28c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5251453" y="3221748"/>
                <a:ext cx="123123" cy="350671"/>
              </a:xfrm>
              <a:custGeom>
                <a:avLst/>
                <a:gdLst>
                  <a:gd name="T0" fmla="*/ 17 w 39"/>
                  <a:gd name="T1" fmla="*/ 121 h 121"/>
                  <a:gd name="T2" fmla="*/ 22 w 39"/>
                  <a:gd name="T3" fmla="*/ 120 h 121"/>
                  <a:gd name="T4" fmla="*/ 24 w 39"/>
                  <a:gd name="T5" fmla="*/ 109 h 121"/>
                  <a:gd name="T6" fmla="*/ 21 w 39"/>
                  <a:gd name="T7" fmla="*/ 78 h 121"/>
                  <a:gd name="T8" fmla="*/ 26 w 39"/>
                  <a:gd name="T9" fmla="*/ 69 h 121"/>
                  <a:gd name="T10" fmla="*/ 31 w 39"/>
                  <a:gd name="T11" fmla="*/ 61 h 121"/>
                  <a:gd name="T12" fmla="*/ 28 w 39"/>
                  <a:gd name="T13" fmla="*/ 5 h 121"/>
                  <a:gd name="T14" fmla="*/ 17 w 39"/>
                  <a:gd name="T15" fmla="*/ 2 h 121"/>
                  <a:gd name="T16" fmla="*/ 14 w 39"/>
                  <a:gd name="T17" fmla="*/ 13 h 121"/>
                  <a:gd name="T18" fmla="*/ 16 w 39"/>
                  <a:gd name="T19" fmla="*/ 54 h 121"/>
                  <a:gd name="T20" fmla="*/ 12 w 39"/>
                  <a:gd name="T21" fmla="*/ 61 h 121"/>
                  <a:gd name="T22" fmla="*/ 7 w 39"/>
                  <a:gd name="T23" fmla="*/ 72 h 121"/>
                  <a:gd name="T24" fmla="*/ 10 w 39"/>
                  <a:gd name="T25" fmla="*/ 117 h 121"/>
                  <a:gd name="T26" fmla="*/ 17 w 39"/>
                  <a:gd name="T27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21">
                    <a:moveTo>
                      <a:pt x="17" y="121"/>
                    </a:moveTo>
                    <a:cubicBezTo>
                      <a:pt x="19" y="121"/>
                      <a:pt x="20" y="121"/>
                      <a:pt x="22" y="120"/>
                    </a:cubicBezTo>
                    <a:cubicBezTo>
                      <a:pt x="25" y="117"/>
                      <a:pt x="26" y="113"/>
                      <a:pt x="24" y="109"/>
                    </a:cubicBezTo>
                    <a:cubicBezTo>
                      <a:pt x="18" y="100"/>
                      <a:pt x="17" y="88"/>
                      <a:pt x="21" y="78"/>
                    </a:cubicBezTo>
                    <a:cubicBezTo>
                      <a:pt x="23" y="75"/>
                      <a:pt x="24" y="72"/>
                      <a:pt x="26" y="69"/>
                    </a:cubicBezTo>
                    <a:cubicBezTo>
                      <a:pt x="28" y="66"/>
                      <a:pt x="29" y="64"/>
                      <a:pt x="31" y="61"/>
                    </a:cubicBezTo>
                    <a:cubicBezTo>
                      <a:pt x="39" y="43"/>
                      <a:pt x="38" y="22"/>
                      <a:pt x="28" y="5"/>
                    </a:cubicBezTo>
                    <a:cubicBezTo>
                      <a:pt x="26" y="1"/>
                      <a:pt x="21" y="0"/>
                      <a:pt x="17" y="2"/>
                    </a:cubicBezTo>
                    <a:cubicBezTo>
                      <a:pt x="13" y="4"/>
                      <a:pt x="12" y="9"/>
                      <a:pt x="14" y="13"/>
                    </a:cubicBezTo>
                    <a:cubicBezTo>
                      <a:pt x="21" y="25"/>
                      <a:pt x="22" y="41"/>
                      <a:pt x="16" y="54"/>
                    </a:cubicBezTo>
                    <a:cubicBezTo>
                      <a:pt x="15" y="56"/>
                      <a:pt x="13" y="58"/>
                      <a:pt x="12" y="61"/>
                    </a:cubicBezTo>
                    <a:cubicBezTo>
                      <a:pt x="10" y="64"/>
                      <a:pt x="8" y="68"/>
                      <a:pt x="7" y="72"/>
                    </a:cubicBezTo>
                    <a:cubicBezTo>
                      <a:pt x="0" y="86"/>
                      <a:pt x="2" y="104"/>
                      <a:pt x="10" y="117"/>
                    </a:cubicBezTo>
                    <a:cubicBezTo>
                      <a:pt x="12" y="120"/>
                      <a:pt x="15" y="121"/>
                      <a:pt x="17" y="12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3" name="íŝľíḍè" descr="f3a1392f-0823-405d-8d85-e98554b46132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5713164" y="3291169"/>
                <a:ext cx="123123" cy="368471"/>
              </a:xfrm>
              <a:custGeom>
                <a:avLst/>
                <a:gdLst>
                  <a:gd name="T0" fmla="*/ 16 w 39"/>
                  <a:gd name="T1" fmla="*/ 93 h 127"/>
                  <a:gd name="T2" fmla="*/ 16 w 39"/>
                  <a:gd name="T3" fmla="*/ 117 h 127"/>
                  <a:gd name="T4" fmla="*/ 21 w 39"/>
                  <a:gd name="T5" fmla="*/ 127 h 127"/>
                  <a:gd name="T6" fmla="*/ 23 w 39"/>
                  <a:gd name="T7" fmla="*/ 127 h 127"/>
                  <a:gd name="T8" fmla="*/ 31 w 39"/>
                  <a:gd name="T9" fmla="*/ 122 h 127"/>
                  <a:gd name="T10" fmla="*/ 32 w 39"/>
                  <a:gd name="T11" fmla="*/ 88 h 127"/>
                  <a:gd name="T12" fmla="*/ 27 w 39"/>
                  <a:gd name="T13" fmla="*/ 77 h 127"/>
                  <a:gd name="T14" fmla="*/ 24 w 39"/>
                  <a:gd name="T15" fmla="*/ 70 h 127"/>
                  <a:gd name="T16" fmla="*/ 36 w 39"/>
                  <a:gd name="T17" fmla="*/ 15 h 127"/>
                  <a:gd name="T18" fmla="*/ 36 w 39"/>
                  <a:gd name="T19" fmla="*/ 4 h 127"/>
                  <a:gd name="T20" fmla="*/ 25 w 39"/>
                  <a:gd name="T21" fmla="*/ 4 h 127"/>
                  <a:gd name="T22" fmla="*/ 9 w 39"/>
                  <a:gd name="T23" fmla="*/ 76 h 127"/>
                  <a:gd name="T24" fmla="*/ 13 w 39"/>
                  <a:gd name="T25" fmla="*/ 84 h 127"/>
                  <a:gd name="T26" fmla="*/ 16 w 39"/>
                  <a:gd name="T27" fmla="*/ 9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27">
                    <a:moveTo>
                      <a:pt x="16" y="93"/>
                    </a:moveTo>
                    <a:cubicBezTo>
                      <a:pt x="19" y="101"/>
                      <a:pt x="18" y="109"/>
                      <a:pt x="16" y="117"/>
                    </a:cubicBezTo>
                    <a:cubicBezTo>
                      <a:pt x="14" y="121"/>
                      <a:pt x="16" y="125"/>
                      <a:pt x="21" y="127"/>
                    </a:cubicBezTo>
                    <a:cubicBezTo>
                      <a:pt x="21" y="127"/>
                      <a:pt x="22" y="127"/>
                      <a:pt x="23" y="127"/>
                    </a:cubicBezTo>
                    <a:cubicBezTo>
                      <a:pt x="27" y="127"/>
                      <a:pt x="30" y="125"/>
                      <a:pt x="31" y="122"/>
                    </a:cubicBezTo>
                    <a:cubicBezTo>
                      <a:pt x="35" y="111"/>
                      <a:pt x="35" y="99"/>
                      <a:pt x="32" y="88"/>
                    </a:cubicBezTo>
                    <a:cubicBezTo>
                      <a:pt x="30" y="84"/>
                      <a:pt x="29" y="81"/>
                      <a:pt x="27" y="77"/>
                    </a:cubicBezTo>
                    <a:cubicBezTo>
                      <a:pt x="26" y="75"/>
                      <a:pt x="25" y="72"/>
                      <a:pt x="24" y="70"/>
                    </a:cubicBezTo>
                    <a:cubicBezTo>
                      <a:pt x="18" y="52"/>
                      <a:pt x="22" y="29"/>
                      <a:pt x="36" y="15"/>
                    </a:cubicBezTo>
                    <a:cubicBezTo>
                      <a:pt x="39" y="12"/>
                      <a:pt x="39" y="7"/>
                      <a:pt x="36" y="4"/>
                    </a:cubicBezTo>
                    <a:cubicBezTo>
                      <a:pt x="33" y="0"/>
                      <a:pt x="28" y="1"/>
                      <a:pt x="25" y="4"/>
                    </a:cubicBezTo>
                    <a:cubicBezTo>
                      <a:pt x="6" y="22"/>
                      <a:pt x="0" y="51"/>
                      <a:pt x="9" y="76"/>
                    </a:cubicBezTo>
                    <a:cubicBezTo>
                      <a:pt x="10" y="79"/>
                      <a:pt x="11" y="81"/>
                      <a:pt x="13" y="84"/>
                    </a:cubicBezTo>
                    <a:cubicBezTo>
                      <a:pt x="14" y="87"/>
                      <a:pt x="15" y="90"/>
                      <a:pt x="16" y="93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4" name="íSḻidé" descr="afcd9202-9587-45ae-b1d7-1cdc74fd3773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953265" y="3389072"/>
                <a:ext cx="452093" cy="555376"/>
              </a:xfrm>
              <a:custGeom>
                <a:avLst/>
                <a:gdLst>
                  <a:gd name="T0" fmla="*/ 17 w 144"/>
                  <a:gd name="T1" fmla="*/ 119 h 191"/>
                  <a:gd name="T2" fmla="*/ 22 w 144"/>
                  <a:gd name="T3" fmla="*/ 122 h 191"/>
                  <a:gd name="T4" fmla="*/ 24 w 144"/>
                  <a:gd name="T5" fmla="*/ 161 h 191"/>
                  <a:gd name="T6" fmla="*/ 30 w 144"/>
                  <a:gd name="T7" fmla="*/ 165 h 191"/>
                  <a:gd name="T8" fmla="*/ 35 w 144"/>
                  <a:gd name="T9" fmla="*/ 164 h 191"/>
                  <a:gd name="T10" fmla="*/ 37 w 144"/>
                  <a:gd name="T11" fmla="*/ 153 h 191"/>
                  <a:gd name="T12" fmla="*/ 38 w 144"/>
                  <a:gd name="T13" fmla="*/ 128 h 191"/>
                  <a:gd name="T14" fmla="*/ 50 w 144"/>
                  <a:gd name="T15" fmla="*/ 129 h 191"/>
                  <a:gd name="T16" fmla="*/ 64 w 144"/>
                  <a:gd name="T17" fmla="*/ 125 h 191"/>
                  <a:gd name="T18" fmla="*/ 72 w 144"/>
                  <a:gd name="T19" fmla="*/ 122 h 191"/>
                  <a:gd name="T20" fmla="*/ 113 w 144"/>
                  <a:gd name="T21" fmla="*/ 138 h 191"/>
                  <a:gd name="T22" fmla="*/ 117 w 144"/>
                  <a:gd name="T23" fmla="*/ 143 h 191"/>
                  <a:gd name="T24" fmla="*/ 116 w 144"/>
                  <a:gd name="T25" fmla="*/ 143 h 191"/>
                  <a:gd name="T26" fmla="*/ 93 w 144"/>
                  <a:gd name="T27" fmla="*/ 171 h 191"/>
                  <a:gd name="T28" fmla="*/ 91 w 144"/>
                  <a:gd name="T29" fmla="*/ 182 h 191"/>
                  <a:gd name="T30" fmla="*/ 97 w 144"/>
                  <a:gd name="T31" fmla="*/ 186 h 191"/>
                  <a:gd name="T32" fmla="*/ 102 w 144"/>
                  <a:gd name="T33" fmla="*/ 184 h 191"/>
                  <a:gd name="T34" fmla="*/ 125 w 144"/>
                  <a:gd name="T35" fmla="*/ 161 h 191"/>
                  <a:gd name="T36" fmla="*/ 128 w 144"/>
                  <a:gd name="T37" fmla="*/ 183 h 191"/>
                  <a:gd name="T38" fmla="*/ 136 w 144"/>
                  <a:gd name="T39" fmla="*/ 191 h 191"/>
                  <a:gd name="T40" fmla="*/ 136 w 144"/>
                  <a:gd name="T41" fmla="*/ 191 h 191"/>
                  <a:gd name="T42" fmla="*/ 144 w 144"/>
                  <a:gd name="T43" fmla="*/ 183 h 191"/>
                  <a:gd name="T44" fmla="*/ 125 w 144"/>
                  <a:gd name="T45" fmla="*/ 127 h 191"/>
                  <a:gd name="T46" fmla="*/ 69 w 144"/>
                  <a:gd name="T47" fmla="*/ 107 h 191"/>
                  <a:gd name="T48" fmla="*/ 59 w 144"/>
                  <a:gd name="T49" fmla="*/ 110 h 191"/>
                  <a:gd name="T50" fmla="*/ 48 w 144"/>
                  <a:gd name="T51" fmla="*/ 113 h 191"/>
                  <a:gd name="T52" fmla="*/ 28 w 144"/>
                  <a:gd name="T53" fmla="*/ 106 h 191"/>
                  <a:gd name="T54" fmla="*/ 17 w 144"/>
                  <a:gd name="T55" fmla="*/ 88 h 191"/>
                  <a:gd name="T56" fmla="*/ 25 w 144"/>
                  <a:gd name="T57" fmla="*/ 60 h 191"/>
                  <a:gd name="T58" fmla="*/ 28 w 144"/>
                  <a:gd name="T59" fmla="*/ 51 h 191"/>
                  <a:gd name="T60" fmla="*/ 24 w 144"/>
                  <a:gd name="T61" fmla="*/ 3 h 191"/>
                  <a:gd name="T62" fmla="*/ 13 w 144"/>
                  <a:gd name="T63" fmla="*/ 3 h 191"/>
                  <a:gd name="T64" fmla="*/ 12 w 144"/>
                  <a:gd name="T65" fmla="*/ 14 h 191"/>
                  <a:gd name="T66" fmla="*/ 13 w 144"/>
                  <a:gd name="T67" fmla="*/ 45 h 191"/>
                  <a:gd name="T68" fmla="*/ 10 w 144"/>
                  <a:gd name="T69" fmla="*/ 54 h 191"/>
                  <a:gd name="T70" fmla="*/ 1 w 144"/>
                  <a:gd name="T71" fmla="*/ 89 h 191"/>
                  <a:gd name="T72" fmla="*/ 17 w 144"/>
                  <a:gd name="T73" fmla="*/ 119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4" h="191">
                    <a:moveTo>
                      <a:pt x="17" y="119"/>
                    </a:moveTo>
                    <a:cubicBezTo>
                      <a:pt x="19" y="120"/>
                      <a:pt x="21" y="121"/>
                      <a:pt x="22" y="122"/>
                    </a:cubicBezTo>
                    <a:cubicBezTo>
                      <a:pt x="16" y="134"/>
                      <a:pt x="16" y="150"/>
                      <a:pt x="24" y="161"/>
                    </a:cubicBezTo>
                    <a:cubicBezTo>
                      <a:pt x="25" y="164"/>
                      <a:pt x="28" y="165"/>
                      <a:pt x="30" y="165"/>
                    </a:cubicBezTo>
                    <a:cubicBezTo>
                      <a:pt x="32" y="165"/>
                      <a:pt x="33" y="165"/>
                      <a:pt x="35" y="164"/>
                    </a:cubicBezTo>
                    <a:cubicBezTo>
                      <a:pt x="39" y="162"/>
                      <a:pt x="40" y="157"/>
                      <a:pt x="37" y="153"/>
                    </a:cubicBezTo>
                    <a:cubicBezTo>
                      <a:pt x="33" y="145"/>
                      <a:pt x="33" y="135"/>
                      <a:pt x="38" y="128"/>
                    </a:cubicBezTo>
                    <a:cubicBezTo>
                      <a:pt x="42" y="129"/>
                      <a:pt x="46" y="129"/>
                      <a:pt x="50" y="129"/>
                    </a:cubicBezTo>
                    <a:cubicBezTo>
                      <a:pt x="55" y="128"/>
                      <a:pt x="59" y="126"/>
                      <a:pt x="64" y="125"/>
                    </a:cubicBezTo>
                    <a:cubicBezTo>
                      <a:pt x="67" y="124"/>
                      <a:pt x="69" y="123"/>
                      <a:pt x="72" y="122"/>
                    </a:cubicBezTo>
                    <a:cubicBezTo>
                      <a:pt x="86" y="120"/>
                      <a:pt x="103" y="126"/>
                      <a:pt x="113" y="138"/>
                    </a:cubicBezTo>
                    <a:cubicBezTo>
                      <a:pt x="114" y="139"/>
                      <a:pt x="116" y="141"/>
                      <a:pt x="117" y="143"/>
                    </a:cubicBezTo>
                    <a:cubicBezTo>
                      <a:pt x="117" y="143"/>
                      <a:pt x="117" y="143"/>
                      <a:pt x="116" y="143"/>
                    </a:cubicBezTo>
                    <a:cubicBezTo>
                      <a:pt x="111" y="154"/>
                      <a:pt x="103" y="164"/>
                      <a:pt x="93" y="171"/>
                    </a:cubicBezTo>
                    <a:cubicBezTo>
                      <a:pt x="89" y="174"/>
                      <a:pt x="88" y="179"/>
                      <a:pt x="91" y="182"/>
                    </a:cubicBezTo>
                    <a:cubicBezTo>
                      <a:pt x="92" y="185"/>
                      <a:pt x="95" y="186"/>
                      <a:pt x="97" y="186"/>
                    </a:cubicBezTo>
                    <a:cubicBezTo>
                      <a:pt x="99" y="186"/>
                      <a:pt x="101" y="185"/>
                      <a:pt x="102" y="184"/>
                    </a:cubicBezTo>
                    <a:cubicBezTo>
                      <a:pt x="111" y="178"/>
                      <a:pt x="119" y="170"/>
                      <a:pt x="125" y="161"/>
                    </a:cubicBezTo>
                    <a:cubicBezTo>
                      <a:pt x="127" y="168"/>
                      <a:pt x="128" y="175"/>
                      <a:pt x="128" y="183"/>
                    </a:cubicBezTo>
                    <a:cubicBezTo>
                      <a:pt x="128" y="187"/>
                      <a:pt x="132" y="191"/>
                      <a:pt x="136" y="191"/>
                    </a:cubicBezTo>
                    <a:cubicBezTo>
                      <a:pt x="136" y="191"/>
                      <a:pt x="136" y="191"/>
                      <a:pt x="136" y="191"/>
                    </a:cubicBezTo>
                    <a:cubicBezTo>
                      <a:pt x="141" y="191"/>
                      <a:pt x="144" y="188"/>
                      <a:pt x="144" y="183"/>
                    </a:cubicBezTo>
                    <a:cubicBezTo>
                      <a:pt x="144" y="162"/>
                      <a:pt x="138" y="142"/>
                      <a:pt x="125" y="127"/>
                    </a:cubicBezTo>
                    <a:cubicBezTo>
                      <a:pt x="111" y="111"/>
                      <a:pt x="89" y="103"/>
                      <a:pt x="69" y="107"/>
                    </a:cubicBezTo>
                    <a:cubicBezTo>
                      <a:pt x="65" y="107"/>
                      <a:pt x="62" y="109"/>
                      <a:pt x="59" y="110"/>
                    </a:cubicBezTo>
                    <a:cubicBezTo>
                      <a:pt x="55" y="111"/>
                      <a:pt x="51" y="112"/>
                      <a:pt x="48" y="113"/>
                    </a:cubicBezTo>
                    <a:cubicBezTo>
                      <a:pt x="41" y="113"/>
                      <a:pt x="34" y="111"/>
                      <a:pt x="28" y="106"/>
                    </a:cubicBezTo>
                    <a:cubicBezTo>
                      <a:pt x="21" y="101"/>
                      <a:pt x="18" y="95"/>
                      <a:pt x="17" y="88"/>
                    </a:cubicBezTo>
                    <a:cubicBezTo>
                      <a:pt x="17" y="79"/>
                      <a:pt x="21" y="70"/>
                      <a:pt x="25" y="60"/>
                    </a:cubicBezTo>
                    <a:cubicBezTo>
                      <a:pt x="26" y="57"/>
                      <a:pt x="27" y="54"/>
                      <a:pt x="28" y="51"/>
                    </a:cubicBezTo>
                    <a:cubicBezTo>
                      <a:pt x="36" y="31"/>
                      <a:pt x="34" y="14"/>
                      <a:pt x="24" y="3"/>
                    </a:cubicBezTo>
                    <a:cubicBezTo>
                      <a:pt x="21" y="0"/>
                      <a:pt x="16" y="0"/>
                      <a:pt x="13" y="3"/>
                    </a:cubicBezTo>
                    <a:cubicBezTo>
                      <a:pt x="9" y="6"/>
                      <a:pt x="9" y="11"/>
                      <a:pt x="12" y="14"/>
                    </a:cubicBezTo>
                    <a:cubicBezTo>
                      <a:pt x="20" y="23"/>
                      <a:pt x="16" y="39"/>
                      <a:pt x="13" y="45"/>
                    </a:cubicBezTo>
                    <a:cubicBezTo>
                      <a:pt x="12" y="48"/>
                      <a:pt x="11" y="51"/>
                      <a:pt x="10" y="54"/>
                    </a:cubicBezTo>
                    <a:cubicBezTo>
                      <a:pt x="5" y="65"/>
                      <a:pt x="0" y="76"/>
                      <a:pt x="1" y="89"/>
                    </a:cubicBezTo>
                    <a:cubicBezTo>
                      <a:pt x="2" y="100"/>
                      <a:pt x="8" y="111"/>
                      <a:pt x="17" y="11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5" name="îṣ1îdé" descr="b8f0a6d0-6882-4d87-b5a4-cb4e39620518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5661222" y="3960468"/>
                <a:ext cx="248170" cy="327529"/>
              </a:xfrm>
              <a:custGeom>
                <a:avLst/>
                <a:gdLst>
                  <a:gd name="T0" fmla="*/ 6 w 79"/>
                  <a:gd name="T1" fmla="*/ 75 h 113"/>
                  <a:gd name="T2" fmla="*/ 9 w 79"/>
                  <a:gd name="T3" fmla="*/ 76 h 113"/>
                  <a:gd name="T4" fmla="*/ 16 w 79"/>
                  <a:gd name="T5" fmla="*/ 72 h 113"/>
                  <a:gd name="T6" fmla="*/ 31 w 79"/>
                  <a:gd name="T7" fmla="*/ 55 h 113"/>
                  <a:gd name="T8" fmla="*/ 39 w 79"/>
                  <a:gd name="T9" fmla="*/ 52 h 113"/>
                  <a:gd name="T10" fmla="*/ 63 w 79"/>
                  <a:gd name="T11" fmla="*/ 110 h 113"/>
                  <a:gd name="T12" fmla="*/ 69 w 79"/>
                  <a:gd name="T13" fmla="*/ 113 h 113"/>
                  <a:gd name="T14" fmla="*/ 74 w 79"/>
                  <a:gd name="T15" fmla="*/ 111 h 113"/>
                  <a:gd name="T16" fmla="*/ 75 w 79"/>
                  <a:gd name="T17" fmla="*/ 100 h 113"/>
                  <a:gd name="T18" fmla="*/ 55 w 79"/>
                  <a:gd name="T19" fmla="*/ 46 h 113"/>
                  <a:gd name="T20" fmla="*/ 58 w 79"/>
                  <a:gd name="T21" fmla="*/ 44 h 113"/>
                  <a:gd name="T22" fmla="*/ 78 w 79"/>
                  <a:gd name="T23" fmla="*/ 12 h 113"/>
                  <a:gd name="T24" fmla="*/ 72 w 79"/>
                  <a:gd name="T25" fmla="*/ 2 h 113"/>
                  <a:gd name="T26" fmla="*/ 62 w 79"/>
                  <a:gd name="T27" fmla="*/ 7 h 113"/>
                  <a:gd name="T28" fmla="*/ 49 w 79"/>
                  <a:gd name="T29" fmla="*/ 30 h 113"/>
                  <a:gd name="T30" fmla="*/ 37 w 79"/>
                  <a:gd name="T31" fmla="*/ 36 h 113"/>
                  <a:gd name="T32" fmla="*/ 23 w 79"/>
                  <a:gd name="T33" fmla="*/ 41 h 113"/>
                  <a:gd name="T34" fmla="*/ 2 w 79"/>
                  <a:gd name="T35" fmla="*/ 65 h 113"/>
                  <a:gd name="T36" fmla="*/ 6 w 79"/>
                  <a:gd name="T37" fmla="*/ 75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9" h="113">
                    <a:moveTo>
                      <a:pt x="6" y="75"/>
                    </a:moveTo>
                    <a:cubicBezTo>
                      <a:pt x="7" y="76"/>
                      <a:pt x="8" y="76"/>
                      <a:pt x="9" y="76"/>
                    </a:cubicBezTo>
                    <a:cubicBezTo>
                      <a:pt x="12" y="76"/>
                      <a:pt x="15" y="75"/>
                      <a:pt x="16" y="72"/>
                    </a:cubicBezTo>
                    <a:cubicBezTo>
                      <a:pt x="20" y="64"/>
                      <a:pt x="25" y="58"/>
                      <a:pt x="31" y="55"/>
                    </a:cubicBezTo>
                    <a:cubicBezTo>
                      <a:pt x="33" y="54"/>
                      <a:pt x="36" y="53"/>
                      <a:pt x="39" y="52"/>
                    </a:cubicBezTo>
                    <a:cubicBezTo>
                      <a:pt x="40" y="75"/>
                      <a:pt x="53" y="99"/>
                      <a:pt x="63" y="110"/>
                    </a:cubicBezTo>
                    <a:cubicBezTo>
                      <a:pt x="64" y="112"/>
                      <a:pt x="66" y="113"/>
                      <a:pt x="69" y="113"/>
                    </a:cubicBezTo>
                    <a:cubicBezTo>
                      <a:pt x="71" y="113"/>
                      <a:pt x="72" y="113"/>
                      <a:pt x="74" y="111"/>
                    </a:cubicBezTo>
                    <a:cubicBezTo>
                      <a:pt x="77" y="108"/>
                      <a:pt x="78" y="103"/>
                      <a:pt x="75" y="100"/>
                    </a:cubicBezTo>
                    <a:cubicBezTo>
                      <a:pt x="66" y="89"/>
                      <a:pt x="54" y="64"/>
                      <a:pt x="55" y="46"/>
                    </a:cubicBezTo>
                    <a:cubicBezTo>
                      <a:pt x="56" y="45"/>
                      <a:pt x="57" y="44"/>
                      <a:pt x="58" y="44"/>
                    </a:cubicBezTo>
                    <a:cubicBezTo>
                      <a:pt x="70" y="36"/>
                      <a:pt x="75" y="21"/>
                      <a:pt x="78" y="12"/>
                    </a:cubicBezTo>
                    <a:cubicBezTo>
                      <a:pt x="79" y="7"/>
                      <a:pt x="76" y="3"/>
                      <a:pt x="72" y="2"/>
                    </a:cubicBezTo>
                    <a:cubicBezTo>
                      <a:pt x="68" y="0"/>
                      <a:pt x="63" y="3"/>
                      <a:pt x="62" y="7"/>
                    </a:cubicBezTo>
                    <a:cubicBezTo>
                      <a:pt x="59" y="19"/>
                      <a:pt x="55" y="27"/>
                      <a:pt x="49" y="30"/>
                    </a:cubicBezTo>
                    <a:cubicBezTo>
                      <a:pt x="45" y="33"/>
                      <a:pt x="41" y="34"/>
                      <a:pt x="37" y="36"/>
                    </a:cubicBezTo>
                    <a:cubicBezTo>
                      <a:pt x="32" y="37"/>
                      <a:pt x="27" y="39"/>
                      <a:pt x="23" y="41"/>
                    </a:cubicBezTo>
                    <a:cubicBezTo>
                      <a:pt x="14" y="46"/>
                      <a:pt x="7" y="54"/>
                      <a:pt x="2" y="65"/>
                    </a:cubicBezTo>
                    <a:cubicBezTo>
                      <a:pt x="0" y="69"/>
                      <a:pt x="2" y="73"/>
                      <a:pt x="6" y="75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6" name="iṧ1iďê" descr="367509ba-4d4b-443a-bcd3-dd8fbf128d07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4683934" y="3974709"/>
                <a:ext cx="215465" cy="302609"/>
              </a:xfrm>
              <a:custGeom>
                <a:avLst/>
                <a:gdLst>
                  <a:gd name="T0" fmla="*/ 43 w 69"/>
                  <a:gd name="T1" fmla="*/ 94 h 104"/>
                  <a:gd name="T2" fmla="*/ 37 w 69"/>
                  <a:gd name="T3" fmla="*/ 83 h 104"/>
                  <a:gd name="T4" fmla="*/ 35 w 69"/>
                  <a:gd name="T5" fmla="*/ 81 h 104"/>
                  <a:gd name="T6" fmla="*/ 30 w 69"/>
                  <a:gd name="T7" fmla="*/ 58 h 104"/>
                  <a:gd name="T8" fmla="*/ 32 w 69"/>
                  <a:gd name="T9" fmla="*/ 41 h 104"/>
                  <a:gd name="T10" fmla="*/ 45 w 69"/>
                  <a:gd name="T11" fmla="*/ 43 h 104"/>
                  <a:gd name="T12" fmla="*/ 63 w 69"/>
                  <a:gd name="T13" fmla="*/ 39 h 104"/>
                  <a:gd name="T14" fmla="*/ 67 w 69"/>
                  <a:gd name="T15" fmla="*/ 29 h 104"/>
                  <a:gd name="T16" fmla="*/ 56 w 69"/>
                  <a:gd name="T17" fmla="*/ 24 h 104"/>
                  <a:gd name="T18" fmla="*/ 33 w 69"/>
                  <a:gd name="T19" fmla="*/ 24 h 104"/>
                  <a:gd name="T20" fmla="*/ 33 w 69"/>
                  <a:gd name="T21" fmla="*/ 24 h 104"/>
                  <a:gd name="T22" fmla="*/ 28 w 69"/>
                  <a:gd name="T23" fmla="*/ 21 h 104"/>
                  <a:gd name="T24" fmla="*/ 28 w 69"/>
                  <a:gd name="T25" fmla="*/ 21 h 104"/>
                  <a:gd name="T26" fmla="*/ 17 w 69"/>
                  <a:gd name="T27" fmla="*/ 7 h 104"/>
                  <a:gd name="T28" fmla="*/ 7 w 69"/>
                  <a:gd name="T29" fmla="*/ 1 h 104"/>
                  <a:gd name="T30" fmla="*/ 2 w 69"/>
                  <a:gd name="T31" fmla="*/ 12 h 104"/>
                  <a:gd name="T32" fmla="*/ 17 w 69"/>
                  <a:gd name="T33" fmla="*/ 33 h 104"/>
                  <a:gd name="T34" fmla="*/ 13 w 69"/>
                  <a:gd name="T35" fmla="*/ 57 h 104"/>
                  <a:gd name="T36" fmla="*/ 22 w 69"/>
                  <a:gd name="T37" fmla="*/ 89 h 104"/>
                  <a:gd name="T38" fmla="*/ 24 w 69"/>
                  <a:gd name="T39" fmla="*/ 93 h 104"/>
                  <a:gd name="T40" fmla="*/ 27 w 69"/>
                  <a:gd name="T41" fmla="*/ 98 h 104"/>
                  <a:gd name="T42" fmla="*/ 35 w 69"/>
                  <a:gd name="T43" fmla="*/ 104 h 104"/>
                  <a:gd name="T44" fmla="*/ 37 w 69"/>
                  <a:gd name="T45" fmla="*/ 104 h 104"/>
                  <a:gd name="T46" fmla="*/ 43 w 69"/>
                  <a:gd name="T47" fmla="*/ 9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9" h="104">
                    <a:moveTo>
                      <a:pt x="43" y="94"/>
                    </a:moveTo>
                    <a:cubicBezTo>
                      <a:pt x="42" y="90"/>
                      <a:pt x="39" y="86"/>
                      <a:pt x="37" y="83"/>
                    </a:cubicBezTo>
                    <a:cubicBezTo>
                      <a:pt x="36" y="82"/>
                      <a:pt x="36" y="81"/>
                      <a:pt x="35" y="81"/>
                    </a:cubicBezTo>
                    <a:cubicBezTo>
                      <a:pt x="30" y="73"/>
                      <a:pt x="29" y="64"/>
                      <a:pt x="30" y="58"/>
                    </a:cubicBezTo>
                    <a:cubicBezTo>
                      <a:pt x="30" y="52"/>
                      <a:pt x="31" y="46"/>
                      <a:pt x="32" y="41"/>
                    </a:cubicBezTo>
                    <a:cubicBezTo>
                      <a:pt x="36" y="42"/>
                      <a:pt x="40" y="43"/>
                      <a:pt x="45" y="43"/>
                    </a:cubicBezTo>
                    <a:cubicBezTo>
                      <a:pt x="51" y="43"/>
                      <a:pt x="57" y="42"/>
                      <a:pt x="63" y="39"/>
                    </a:cubicBezTo>
                    <a:cubicBezTo>
                      <a:pt x="67" y="37"/>
                      <a:pt x="69" y="33"/>
                      <a:pt x="67" y="29"/>
                    </a:cubicBezTo>
                    <a:cubicBezTo>
                      <a:pt x="65" y="24"/>
                      <a:pt x="60" y="23"/>
                      <a:pt x="56" y="24"/>
                    </a:cubicBezTo>
                    <a:cubicBezTo>
                      <a:pt x="49" y="27"/>
                      <a:pt x="40" y="27"/>
                      <a:pt x="33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2" y="23"/>
                      <a:pt x="30" y="22"/>
                      <a:pt x="28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3" y="18"/>
                      <a:pt x="19" y="12"/>
                      <a:pt x="17" y="7"/>
                    </a:cubicBezTo>
                    <a:cubicBezTo>
                      <a:pt x="16" y="2"/>
                      <a:pt x="11" y="0"/>
                      <a:pt x="7" y="1"/>
                    </a:cubicBezTo>
                    <a:cubicBezTo>
                      <a:pt x="3" y="3"/>
                      <a:pt x="0" y="7"/>
                      <a:pt x="2" y="12"/>
                    </a:cubicBezTo>
                    <a:cubicBezTo>
                      <a:pt x="4" y="20"/>
                      <a:pt x="10" y="28"/>
                      <a:pt x="17" y="33"/>
                    </a:cubicBezTo>
                    <a:cubicBezTo>
                      <a:pt x="15" y="41"/>
                      <a:pt x="14" y="49"/>
                      <a:pt x="13" y="57"/>
                    </a:cubicBezTo>
                    <a:cubicBezTo>
                      <a:pt x="13" y="70"/>
                      <a:pt x="16" y="81"/>
                      <a:pt x="22" y="89"/>
                    </a:cubicBezTo>
                    <a:cubicBezTo>
                      <a:pt x="22" y="91"/>
                      <a:pt x="23" y="92"/>
                      <a:pt x="24" y="93"/>
                    </a:cubicBezTo>
                    <a:cubicBezTo>
                      <a:pt x="25" y="95"/>
                      <a:pt x="27" y="97"/>
                      <a:pt x="27" y="98"/>
                    </a:cubicBezTo>
                    <a:cubicBezTo>
                      <a:pt x="28" y="102"/>
                      <a:pt x="31" y="104"/>
                      <a:pt x="35" y="104"/>
                    </a:cubicBezTo>
                    <a:cubicBezTo>
                      <a:pt x="36" y="104"/>
                      <a:pt x="36" y="104"/>
                      <a:pt x="37" y="104"/>
                    </a:cubicBezTo>
                    <a:cubicBezTo>
                      <a:pt x="41" y="103"/>
                      <a:pt x="44" y="98"/>
                      <a:pt x="43" y="94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7" name="işlîḑe" descr="360ed9df-ca68-441b-916c-bec32bc5dbb2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4795514" y="4282658"/>
                <a:ext cx="126971" cy="404072"/>
              </a:xfrm>
              <a:custGeom>
                <a:avLst/>
                <a:gdLst>
                  <a:gd name="T0" fmla="*/ 18 w 40"/>
                  <a:gd name="T1" fmla="*/ 139 h 139"/>
                  <a:gd name="T2" fmla="*/ 23 w 40"/>
                  <a:gd name="T3" fmla="*/ 137 h 139"/>
                  <a:gd name="T4" fmla="*/ 24 w 40"/>
                  <a:gd name="T5" fmla="*/ 126 h 139"/>
                  <a:gd name="T6" fmla="*/ 16 w 40"/>
                  <a:gd name="T7" fmla="*/ 87 h 139"/>
                  <a:gd name="T8" fmla="*/ 18 w 40"/>
                  <a:gd name="T9" fmla="*/ 71 h 139"/>
                  <a:gd name="T10" fmla="*/ 23 w 40"/>
                  <a:gd name="T11" fmla="*/ 63 h 139"/>
                  <a:gd name="T12" fmla="*/ 26 w 40"/>
                  <a:gd name="T13" fmla="*/ 59 h 139"/>
                  <a:gd name="T14" fmla="*/ 37 w 40"/>
                  <a:gd name="T15" fmla="*/ 7 h 139"/>
                  <a:gd name="T16" fmla="*/ 28 w 40"/>
                  <a:gd name="T17" fmla="*/ 1 h 139"/>
                  <a:gd name="T18" fmla="*/ 21 w 40"/>
                  <a:gd name="T19" fmla="*/ 10 h 139"/>
                  <a:gd name="T20" fmla="*/ 13 w 40"/>
                  <a:gd name="T21" fmla="*/ 50 h 139"/>
                  <a:gd name="T22" fmla="*/ 10 w 40"/>
                  <a:gd name="T23" fmla="*/ 53 h 139"/>
                  <a:gd name="T24" fmla="*/ 3 w 40"/>
                  <a:gd name="T25" fmla="*/ 65 h 139"/>
                  <a:gd name="T26" fmla="*/ 0 w 40"/>
                  <a:gd name="T27" fmla="*/ 87 h 139"/>
                  <a:gd name="T28" fmla="*/ 11 w 40"/>
                  <a:gd name="T29" fmla="*/ 136 h 139"/>
                  <a:gd name="T30" fmla="*/ 18 w 40"/>
                  <a:gd name="T31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139">
                    <a:moveTo>
                      <a:pt x="18" y="139"/>
                    </a:moveTo>
                    <a:cubicBezTo>
                      <a:pt x="19" y="139"/>
                      <a:pt x="21" y="139"/>
                      <a:pt x="23" y="137"/>
                    </a:cubicBezTo>
                    <a:cubicBezTo>
                      <a:pt x="26" y="135"/>
                      <a:pt x="27" y="129"/>
                      <a:pt x="24" y="126"/>
                    </a:cubicBezTo>
                    <a:cubicBezTo>
                      <a:pt x="16" y="116"/>
                      <a:pt x="16" y="102"/>
                      <a:pt x="16" y="87"/>
                    </a:cubicBezTo>
                    <a:cubicBezTo>
                      <a:pt x="16" y="81"/>
                      <a:pt x="16" y="75"/>
                      <a:pt x="18" y="71"/>
                    </a:cubicBezTo>
                    <a:cubicBezTo>
                      <a:pt x="19" y="68"/>
                      <a:pt x="21" y="66"/>
                      <a:pt x="23" y="63"/>
                    </a:cubicBezTo>
                    <a:cubicBezTo>
                      <a:pt x="24" y="61"/>
                      <a:pt x="25" y="60"/>
                      <a:pt x="26" y="59"/>
                    </a:cubicBezTo>
                    <a:cubicBezTo>
                      <a:pt x="36" y="44"/>
                      <a:pt x="40" y="25"/>
                      <a:pt x="37" y="7"/>
                    </a:cubicBezTo>
                    <a:cubicBezTo>
                      <a:pt x="36" y="3"/>
                      <a:pt x="32" y="0"/>
                      <a:pt x="28" y="1"/>
                    </a:cubicBezTo>
                    <a:cubicBezTo>
                      <a:pt x="23" y="2"/>
                      <a:pt x="20" y="6"/>
                      <a:pt x="21" y="10"/>
                    </a:cubicBezTo>
                    <a:cubicBezTo>
                      <a:pt x="24" y="24"/>
                      <a:pt x="21" y="38"/>
                      <a:pt x="13" y="50"/>
                    </a:cubicBezTo>
                    <a:cubicBezTo>
                      <a:pt x="12" y="51"/>
                      <a:pt x="11" y="52"/>
                      <a:pt x="10" y="53"/>
                    </a:cubicBezTo>
                    <a:cubicBezTo>
                      <a:pt x="8" y="56"/>
                      <a:pt x="5" y="60"/>
                      <a:pt x="3" y="65"/>
                    </a:cubicBezTo>
                    <a:cubicBezTo>
                      <a:pt x="0" y="72"/>
                      <a:pt x="0" y="80"/>
                      <a:pt x="0" y="87"/>
                    </a:cubicBezTo>
                    <a:cubicBezTo>
                      <a:pt x="0" y="105"/>
                      <a:pt x="0" y="122"/>
                      <a:pt x="11" y="136"/>
                    </a:cubicBezTo>
                    <a:cubicBezTo>
                      <a:pt x="13" y="138"/>
                      <a:pt x="15" y="139"/>
                      <a:pt x="18" y="13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8" name="îSļîḍê" descr="5c3f2bc1-8f4f-4b9c-9de4-7e18b859763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4822447" y="4649348"/>
                <a:ext cx="611767" cy="633698"/>
              </a:xfrm>
              <a:custGeom>
                <a:avLst/>
                <a:gdLst>
                  <a:gd name="T0" fmla="*/ 103 w 195"/>
                  <a:gd name="T1" fmla="*/ 133 h 218"/>
                  <a:gd name="T2" fmla="*/ 106 w 195"/>
                  <a:gd name="T3" fmla="*/ 137 h 218"/>
                  <a:gd name="T4" fmla="*/ 162 w 195"/>
                  <a:gd name="T5" fmla="*/ 170 h 218"/>
                  <a:gd name="T6" fmla="*/ 162 w 195"/>
                  <a:gd name="T7" fmla="*/ 171 h 218"/>
                  <a:gd name="T8" fmla="*/ 179 w 195"/>
                  <a:gd name="T9" fmla="*/ 214 h 218"/>
                  <a:gd name="T10" fmla="*/ 185 w 195"/>
                  <a:gd name="T11" fmla="*/ 218 h 218"/>
                  <a:gd name="T12" fmla="*/ 190 w 195"/>
                  <a:gd name="T13" fmla="*/ 217 h 218"/>
                  <a:gd name="T14" fmla="*/ 192 w 195"/>
                  <a:gd name="T15" fmla="*/ 206 h 218"/>
                  <a:gd name="T16" fmla="*/ 178 w 195"/>
                  <a:gd name="T17" fmla="*/ 169 h 218"/>
                  <a:gd name="T18" fmla="*/ 188 w 195"/>
                  <a:gd name="T19" fmla="*/ 136 h 218"/>
                  <a:gd name="T20" fmla="*/ 189 w 195"/>
                  <a:gd name="T21" fmla="*/ 125 h 218"/>
                  <a:gd name="T22" fmla="*/ 177 w 195"/>
                  <a:gd name="T23" fmla="*/ 124 h 218"/>
                  <a:gd name="T24" fmla="*/ 162 w 195"/>
                  <a:gd name="T25" fmla="*/ 154 h 218"/>
                  <a:gd name="T26" fmla="*/ 118 w 195"/>
                  <a:gd name="T27" fmla="*/ 127 h 218"/>
                  <a:gd name="T28" fmla="*/ 115 w 195"/>
                  <a:gd name="T29" fmla="*/ 123 h 218"/>
                  <a:gd name="T30" fmla="*/ 85 w 195"/>
                  <a:gd name="T31" fmla="*/ 101 h 218"/>
                  <a:gd name="T32" fmla="*/ 72 w 195"/>
                  <a:gd name="T33" fmla="*/ 102 h 218"/>
                  <a:gd name="T34" fmla="*/ 65 w 195"/>
                  <a:gd name="T35" fmla="*/ 103 h 218"/>
                  <a:gd name="T36" fmla="*/ 62 w 195"/>
                  <a:gd name="T37" fmla="*/ 102 h 218"/>
                  <a:gd name="T38" fmla="*/ 57 w 195"/>
                  <a:gd name="T39" fmla="*/ 94 h 218"/>
                  <a:gd name="T40" fmla="*/ 51 w 195"/>
                  <a:gd name="T41" fmla="*/ 82 h 218"/>
                  <a:gd name="T42" fmla="*/ 50 w 195"/>
                  <a:gd name="T43" fmla="*/ 81 h 218"/>
                  <a:gd name="T44" fmla="*/ 49 w 195"/>
                  <a:gd name="T45" fmla="*/ 79 h 218"/>
                  <a:gd name="T46" fmla="*/ 45 w 195"/>
                  <a:gd name="T47" fmla="*/ 45 h 218"/>
                  <a:gd name="T48" fmla="*/ 66 w 195"/>
                  <a:gd name="T49" fmla="*/ 18 h 218"/>
                  <a:gd name="T50" fmla="*/ 73 w 195"/>
                  <a:gd name="T51" fmla="*/ 15 h 218"/>
                  <a:gd name="T52" fmla="*/ 71 w 195"/>
                  <a:gd name="T53" fmla="*/ 4 h 218"/>
                  <a:gd name="T54" fmla="*/ 58 w 195"/>
                  <a:gd name="T55" fmla="*/ 4 h 218"/>
                  <a:gd name="T56" fmla="*/ 30 w 195"/>
                  <a:gd name="T57" fmla="*/ 41 h 218"/>
                  <a:gd name="T58" fmla="*/ 29 w 195"/>
                  <a:gd name="T59" fmla="*/ 71 h 218"/>
                  <a:gd name="T60" fmla="*/ 15 w 195"/>
                  <a:gd name="T61" fmla="*/ 65 h 218"/>
                  <a:gd name="T62" fmla="*/ 4 w 195"/>
                  <a:gd name="T63" fmla="*/ 63 h 218"/>
                  <a:gd name="T64" fmla="*/ 2 w 195"/>
                  <a:gd name="T65" fmla="*/ 74 h 218"/>
                  <a:gd name="T66" fmla="*/ 25 w 195"/>
                  <a:gd name="T67" fmla="*/ 87 h 218"/>
                  <a:gd name="T68" fmla="*/ 39 w 195"/>
                  <a:gd name="T69" fmla="*/ 93 h 218"/>
                  <a:gd name="T70" fmla="*/ 43 w 195"/>
                  <a:gd name="T71" fmla="*/ 101 h 218"/>
                  <a:gd name="T72" fmla="*/ 49 w 195"/>
                  <a:gd name="T73" fmla="*/ 112 h 218"/>
                  <a:gd name="T74" fmla="*/ 40 w 195"/>
                  <a:gd name="T75" fmla="*/ 174 h 218"/>
                  <a:gd name="T76" fmla="*/ 48 w 195"/>
                  <a:gd name="T77" fmla="*/ 180 h 218"/>
                  <a:gd name="T78" fmla="*/ 50 w 195"/>
                  <a:gd name="T79" fmla="*/ 180 h 218"/>
                  <a:gd name="T80" fmla="*/ 56 w 195"/>
                  <a:gd name="T81" fmla="*/ 170 h 218"/>
                  <a:gd name="T82" fmla="*/ 64 w 195"/>
                  <a:gd name="T83" fmla="*/ 119 h 218"/>
                  <a:gd name="T84" fmla="*/ 75 w 195"/>
                  <a:gd name="T85" fmla="*/ 118 h 218"/>
                  <a:gd name="T86" fmla="*/ 84 w 195"/>
                  <a:gd name="T87" fmla="*/ 117 h 218"/>
                  <a:gd name="T88" fmla="*/ 103 w 195"/>
                  <a:gd name="T89" fmla="*/ 13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5" h="218">
                    <a:moveTo>
                      <a:pt x="103" y="133"/>
                    </a:moveTo>
                    <a:cubicBezTo>
                      <a:pt x="104" y="135"/>
                      <a:pt x="105" y="136"/>
                      <a:pt x="106" y="137"/>
                    </a:cubicBezTo>
                    <a:cubicBezTo>
                      <a:pt x="116" y="150"/>
                      <a:pt x="140" y="169"/>
                      <a:pt x="162" y="170"/>
                    </a:cubicBezTo>
                    <a:cubicBezTo>
                      <a:pt x="162" y="170"/>
                      <a:pt x="162" y="170"/>
                      <a:pt x="162" y="171"/>
                    </a:cubicBezTo>
                    <a:cubicBezTo>
                      <a:pt x="164" y="187"/>
                      <a:pt x="171" y="202"/>
                      <a:pt x="179" y="214"/>
                    </a:cubicBezTo>
                    <a:cubicBezTo>
                      <a:pt x="180" y="217"/>
                      <a:pt x="183" y="218"/>
                      <a:pt x="185" y="218"/>
                    </a:cubicBezTo>
                    <a:cubicBezTo>
                      <a:pt x="187" y="218"/>
                      <a:pt x="188" y="218"/>
                      <a:pt x="190" y="217"/>
                    </a:cubicBezTo>
                    <a:cubicBezTo>
                      <a:pt x="193" y="215"/>
                      <a:pt x="195" y="210"/>
                      <a:pt x="192" y="206"/>
                    </a:cubicBezTo>
                    <a:cubicBezTo>
                      <a:pt x="186" y="195"/>
                      <a:pt x="179" y="182"/>
                      <a:pt x="178" y="169"/>
                    </a:cubicBezTo>
                    <a:cubicBezTo>
                      <a:pt x="176" y="156"/>
                      <a:pt x="180" y="143"/>
                      <a:pt x="188" y="136"/>
                    </a:cubicBezTo>
                    <a:cubicBezTo>
                      <a:pt x="192" y="133"/>
                      <a:pt x="192" y="128"/>
                      <a:pt x="189" y="125"/>
                    </a:cubicBezTo>
                    <a:cubicBezTo>
                      <a:pt x="186" y="121"/>
                      <a:pt x="181" y="121"/>
                      <a:pt x="177" y="124"/>
                    </a:cubicBezTo>
                    <a:cubicBezTo>
                      <a:pt x="169" y="131"/>
                      <a:pt x="164" y="142"/>
                      <a:pt x="162" y="154"/>
                    </a:cubicBezTo>
                    <a:cubicBezTo>
                      <a:pt x="148" y="153"/>
                      <a:pt x="129" y="140"/>
                      <a:pt x="118" y="127"/>
                    </a:cubicBezTo>
                    <a:cubicBezTo>
                      <a:pt x="117" y="126"/>
                      <a:pt x="116" y="125"/>
                      <a:pt x="115" y="123"/>
                    </a:cubicBezTo>
                    <a:cubicBezTo>
                      <a:pt x="108" y="114"/>
                      <a:pt x="99" y="102"/>
                      <a:pt x="85" y="101"/>
                    </a:cubicBezTo>
                    <a:cubicBezTo>
                      <a:pt x="80" y="101"/>
                      <a:pt x="76" y="102"/>
                      <a:pt x="72" y="102"/>
                    </a:cubicBezTo>
                    <a:cubicBezTo>
                      <a:pt x="69" y="103"/>
                      <a:pt x="67" y="103"/>
                      <a:pt x="65" y="103"/>
                    </a:cubicBezTo>
                    <a:cubicBezTo>
                      <a:pt x="64" y="102"/>
                      <a:pt x="63" y="102"/>
                      <a:pt x="62" y="102"/>
                    </a:cubicBezTo>
                    <a:cubicBezTo>
                      <a:pt x="60" y="100"/>
                      <a:pt x="59" y="98"/>
                      <a:pt x="57" y="94"/>
                    </a:cubicBezTo>
                    <a:cubicBezTo>
                      <a:pt x="56" y="90"/>
                      <a:pt x="54" y="86"/>
                      <a:pt x="51" y="82"/>
                    </a:cubicBezTo>
                    <a:cubicBezTo>
                      <a:pt x="50" y="82"/>
                      <a:pt x="50" y="82"/>
                      <a:pt x="50" y="81"/>
                    </a:cubicBezTo>
                    <a:cubicBezTo>
                      <a:pt x="50" y="81"/>
                      <a:pt x="49" y="80"/>
                      <a:pt x="49" y="79"/>
                    </a:cubicBezTo>
                    <a:cubicBezTo>
                      <a:pt x="43" y="69"/>
                      <a:pt x="42" y="56"/>
                      <a:pt x="45" y="45"/>
                    </a:cubicBezTo>
                    <a:cubicBezTo>
                      <a:pt x="49" y="34"/>
                      <a:pt x="56" y="24"/>
                      <a:pt x="66" y="18"/>
                    </a:cubicBezTo>
                    <a:cubicBezTo>
                      <a:pt x="68" y="19"/>
                      <a:pt x="71" y="17"/>
                      <a:pt x="73" y="15"/>
                    </a:cubicBezTo>
                    <a:cubicBezTo>
                      <a:pt x="76" y="11"/>
                      <a:pt x="75" y="6"/>
                      <a:pt x="71" y="4"/>
                    </a:cubicBezTo>
                    <a:cubicBezTo>
                      <a:pt x="69" y="2"/>
                      <a:pt x="64" y="0"/>
                      <a:pt x="58" y="4"/>
                    </a:cubicBezTo>
                    <a:cubicBezTo>
                      <a:pt x="45" y="12"/>
                      <a:pt x="34" y="25"/>
                      <a:pt x="30" y="41"/>
                    </a:cubicBezTo>
                    <a:cubicBezTo>
                      <a:pt x="27" y="51"/>
                      <a:pt x="27" y="61"/>
                      <a:pt x="29" y="71"/>
                    </a:cubicBezTo>
                    <a:cubicBezTo>
                      <a:pt x="23" y="70"/>
                      <a:pt x="18" y="68"/>
                      <a:pt x="15" y="65"/>
                    </a:cubicBezTo>
                    <a:cubicBezTo>
                      <a:pt x="13" y="61"/>
                      <a:pt x="8" y="60"/>
                      <a:pt x="4" y="63"/>
                    </a:cubicBezTo>
                    <a:cubicBezTo>
                      <a:pt x="1" y="65"/>
                      <a:pt x="0" y="70"/>
                      <a:pt x="2" y="74"/>
                    </a:cubicBezTo>
                    <a:cubicBezTo>
                      <a:pt x="8" y="82"/>
                      <a:pt x="17" y="85"/>
                      <a:pt x="25" y="87"/>
                    </a:cubicBezTo>
                    <a:cubicBezTo>
                      <a:pt x="31" y="88"/>
                      <a:pt x="36" y="90"/>
                      <a:pt x="39" y="93"/>
                    </a:cubicBezTo>
                    <a:cubicBezTo>
                      <a:pt x="40" y="95"/>
                      <a:pt x="41" y="98"/>
                      <a:pt x="43" y="101"/>
                    </a:cubicBezTo>
                    <a:cubicBezTo>
                      <a:pt x="44" y="104"/>
                      <a:pt x="46" y="109"/>
                      <a:pt x="49" y="112"/>
                    </a:cubicBezTo>
                    <a:cubicBezTo>
                      <a:pt x="38" y="131"/>
                      <a:pt x="35" y="153"/>
                      <a:pt x="40" y="174"/>
                    </a:cubicBezTo>
                    <a:cubicBezTo>
                      <a:pt x="41" y="178"/>
                      <a:pt x="44" y="180"/>
                      <a:pt x="48" y="180"/>
                    </a:cubicBezTo>
                    <a:cubicBezTo>
                      <a:pt x="49" y="180"/>
                      <a:pt x="49" y="180"/>
                      <a:pt x="50" y="180"/>
                    </a:cubicBezTo>
                    <a:cubicBezTo>
                      <a:pt x="54" y="179"/>
                      <a:pt x="57" y="175"/>
                      <a:pt x="56" y="170"/>
                    </a:cubicBezTo>
                    <a:cubicBezTo>
                      <a:pt x="52" y="153"/>
                      <a:pt x="55" y="134"/>
                      <a:pt x="64" y="119"/>
                    </a:cubicBezTo>
                    <a:cubicBezTo>
                      <a:pt x="68" y="119"/>
                      <a:pt x="72" y="119"/>
                      <a:pt x="75" y="118"/>
                    </a:cubicBezTo>
                    <a:cubicBezTo>
                      <a:pt x="78" y="118"/>
                      <a:pt x="81" y="117"/>
                      <a:pt x="84" y="117"/>
                    </a:cubicBezTo>
                    <a:cubicBezTo>
                      <a:pt x="91" y="118"/>
                      <a:pt x="96" y="125"/>
                      <a:pt x="103" y="133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59" name="išḻíḍê" descr="a7aae5ea-ac4c-463b-b129-5a2a1fad82f4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5538099" y="5352468"/>
                <a:ext cx="380912" cy="224286"/>
              </a:xfrm>
              <a:custGeom>
                <a:avLst/>
                <a:gdLst>
                  <a:gd name="T0" fmla="*/ 64 w 121"/>
                  <a:gd name="T1" fmla="*/ 27 h 77"/>
                  <a:gd name="T2" fmla="*/ 56 w 121"/>
                  <a:gd name="T3" fmla="*/ 22 h 77"/>
                  <a:gd name="T4" fmla="*/ 45 w 121"/>
                  <a:gd name="T5" fmla="*/ 15 h 77"/>
                  <a:gd name="T6" fmla="*/ 17 w 121"/>
                  <a:gd name="T7" fmla="*/ 17 h 77"/>
                  <a:gd name="T8" fmla="*/ 12 w 121"/>
                  <a:gd name="T9" fmla="*/ 20 h 77"/>
                  <a:gd name="T10" fmla="*/ 7 w 121"/>
                  <a:gd name="T11" fmla="*/ 24 h 77"/>
                  <a:gd name="T12" fmla="*/ 2 w 121"/>
                  <a:gd name="T13" fmla="*/ 34 h 77"/>
                  <a:gd name="T14" fmla="*/ 12 w 121"/>
                  <a:gd name="T15" fmla="*/ 39 h 77"/>
                  <a:gd name="T16" fmla="*/ 22 w 121"/>
                  <a:gd name="T17" fmla="*/ 33 h 77"/>
                  <a:gd name="T18" fmla="*/ 26 w 121"/>
                  <a:gd name="T19" fmla="*/ 30 h 77"/>
                  <a:gd name="T20" fmla="*/ 39 w 121"/>
                  <a:gd name="T21" fmla="*/ 29 h 77"/>
                  <a:gd name="T22" fmla="*/ 46 w 121"/>
                  <a:gd name="T23" fmla="*/ 34 h 77"/>
                  <a:gd name="T24" fmla="*/ 59 w 121"/>
                  <a:gd name="T25" fmla="*/ 42 h 77"/>
                  <a:gd name="T26" fmla="*/ 61 w 121"/>
                  <a:gd name="T27" fmla="*/ 43 h 77"/>
                  <a:gd name="T28" fmla="*/ 81 w 121"/>
                  <a:gd name="T29" fmla="*/ 76 h 77"/>
                  <a:gd name="T30" fmla="*/ 85 w 121"/>
                  <a:gd name="T31" fmla="*/ 77 h 77"/>
                  <a:gd name="T32" fmla="*/ 92 w 121"/>
                  <a:gd name="T33" fmla="*/ 73 h 77"/>
                  <a:gd name="T34" fmla="*/ 90 w 121"/>
                  <a:gd name="T35" fmla="*/ 62 h 77"/>
                  <a:gd name="T36" fmla="*/ 77 w 121"/>
                  <a:gd name="T37" fmla="*/ 42 h 77"/>
                  <a:gd name="T38" fmla="*/ 94 w 121"/>
                  <a:gd name="T39" fmla="*/ 34 h 77"/>
                  <a:gd name="T40" fmla="*/ 103 w 121"/>
                  <a:gd name="T41" fmla="*/ 26 h 77"/>
                  <a:gd name="T42" fmla="*/ 116 w 121"/>
                  <a:gd name="T43" fmla="*/ 16 h 77"/>
                  <a:gd name="T44" fmla="*/ 119 w 121"/>
                  <a:gd name="T45" fmla="*/ 5 h 77"/>
                  <a:gd name="T46" fmla="*/ 107 w 121"/>
                  <a:gd name="T47" fmla="*/ 2 h 77"/>
                  <a:gd name="T48" fmla="*/ 92 w 121"/>
                  <a:gd name="T49" fmla="*/ 14 h 77"/>
                  <a:gd name="T50" fmla="*/ 84 w 121"/>
                  <a:gd name="T51" fmla="*/ 21 h 77"/>
                  <a:gd name="T52" fmla="*/ 64 w 121"/>
                  <a:gd name="T53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1" h="77">
                    <a:moveTo>
                      <a:pt x="64" y="27"/>
                    </a:moveTo>
                    <a:cubicBezTo>
                      <a:pt x="61" y="26"/>
                      <a:pt x="59" y="24"/>
                      <a:pt x="56" y="22"/>
                    </a:cubicBezTo>
                    <a:cubicBezTo>
                      <a:pt x="53" y="19"/>
                      <a:pt x="49" y="16"/>
                      <a:pt x="45" y="15"/>
                    </a:cubicBezTo>
                    <a:cubicBezTo>
                      <a:pt x="36" y="11"/>
                      <a:pt x="25" y="11"/>
                      <a:pt x="17" y="17"/>
                    </a:cubicBezTo>
                    <a:cubicBezTo>
                      <a:pt x="15" y="18"/>
                      <a:pt x="14" y="19"/>
                      <a:pt x="12" y="20"/>
                    </a:cubicBezTo>
                    <a:cubicBezTo>
                      <a:pt x="10" y="22"/>
                      <a:pt x="9" y="23"/>
                      <a:pt x="7" y="24"/>
                    </a:cubicBezTo>
                    <a:cubicBezTo>
                      <a:pt x="3" y="25"/>
                      <a:pt x="0" y="29"/>
                      <a:pt x="2" y="34"/>
                    </a:cubicBezTo>
                    <a:cubicBezTo>
                      <a:pt x="3" y="38"/>
                      <a:pt x="7" y="40"/>
                      <a:pt x="12" y="39"/>
                    </a:cubicBezTo>
                    <a:cubicBezTo>
                      <a:pt x="16" y="38"/>
                      <a:pt x="20" y="35"/>
                      <a:pt x="22" y="33"/>
                    </a:cubicBezTo>
                    <a:cubicBezTo>
                      <a:pt x="24" y="32"/>
                      <a:pt x="25" y="31"/>
                      <a:pt x="26" y="30"/>
                    </a:cubicBezTo>
                    <a:cubicBezTo>
                      <a:pt x="29" y="28"/>
                      <a:pt x="34" y="27"/>
                      <a:pt x="39" y="29"/>
                    </a:cubicBezTo>
                    <a:cubicBezTo>
                      <a:pt x="41" y="30"/>
                      <a:pt x="43" y="32"/>
                      <a:pt x="46" y="34"/>
                    </a:cubicBezTo>
                    <a:cubicBezTo>
                      <a:pt x="50" y="37"/>
                      <a:pt x="54" y="40"/>
                      <a:pt x="59" y="42"/>
                    </a:cubicBezTo>
                    <a:cubicBezTo>
                      <a:pt x="59" y="42"/>
                      <a:pt x="60" y="43"/>
                      <a:pt x="61" y="43"/>
                    </a:cubicBezTo>
                    <a:cubicBezTo>
                      <a:pt x="62" y="56"/>
                      <a:pt x="73" y="71"/>
                      <a:pt x="81" y="76"/>
                    </a:cubicBezTo>
                    <a:cubicBezTo>
                      <a:pt x="82" y="77"/>
                      <a:pt x="84" y="77"/>
                      <a:pt x="85" y="77"/>
                    </a:cubicBezTo>
                    <a:cubicBezTo>
                      <a:pt x="88" y="77"/>
                      <a:pt x="90" y="76"/>
                      <a:pt x="92" y="73"/>
                    </a:cubicBezTo>
                    <a:cubicBezTo>
                      <a:pt x="94" y="70"/>
                      <a:pt x="93" y="65"/>
                      <a:pt x="90" y="62"/>
                    </a:cubicBezTo>
                    <a:cubicBezTo>
                      <a:pt x="85" y="59"/>
                      <a:pt x="78" y="48"/>
                      <a:pt x="77" y="42"/>
                    </a:cubicBezTo>
                    <a:cubicBezTo>
                      <a:pt x="83" y="41"/>
                      <a:pt x="88" y="38"/>
                      <a:pt x="94" y="34"/>
                    </a:cubicBezTo>
                    <a:cubicBezTo>
                      <a:pt x="97" y="32"/>
                      <a:pt x="100" y="29"/>
                      <a:pt x="103" y="26"/>
                    </a:cubicBezTo>
                    <a:cubicBezTo>
                      <a:pt x="107" y="22"/>
                      <a:pt x="111" y="19"/>
                      <a:pt x="116" y="16"/>
                    </a:cubicBezTo>
                    <a:cubicBezTo>
                      <a:pt x="119" y="14"/>
                      <a:pt x="121" y="9"/>
                      <a:pt x="119" y="5"/>
                    </a:cubicBezTo>
                    <a:cubicBezTo>
                      <a:pt x="116" y="1"/>
                      <a:pt x="111" y="0"/>
                      <a:pt x="107" y="2"/>
                    </a:cubicBezTo>
                    <a:cubicBezTo>
                      <a:pt x="102" y="6"/>
                      <a:pt x="97" y="10"/>
                      <a:pt x="92" y="14"/>
                    </a:cubicBezTo>
                    <a:cubicBezTo>
                      <a:pt x="89" y="17"/>
                      <a:pt x="87" y="19"/>
                      <a:pt x="84" y="21"/>
                    </a:cubicBezTo>
                    <a:cubicBezTo>
                      <a:pt x="80" y="24"/>
                      <a:pt x="72" y="30"/>
                      <a:pt x="64" y="27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60" name="ïśḷiḑê" descr="b366eb33-29a5-49c9-8a20-03d5de3f76d0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4972503" y="4232816"/>
                <a:ext cx="911879" cy="936307"/>
              </a:xfrm>
              <a:custGeom>
                <a:avLst/>
                <a:gdLst>
                  <a:gd name="T0" fmla="*/ 240 w 290"/>
                  <a:gd name="T1" fmla="*/ 187 h 322"/>
                  <a:gd name="T2" fmla="*/ 219 w 290"/>
                  <a:gd name="T3" fmla="*/ 143 h 322"/>
                  <a:gd name="T4" fmla="*/ 222 w 290"/>
                  <a:gd name="T5" fmla="*/ 142 h 322"/>
                  <a:gd name="T6" fmla="*/ 255 w 290"/>
                  <a:gd name="T7" fmla="*/ 117 h 322"/>
                  <a:gd name="T8" fmla="*/ 214 w 290"/>
                  <a:gd name="T9" fmla="*/ 125 h 322"/>
                  <a:gd name="T10" fmla="*/ 153 w 290"/>
                  <a:gd name="T11" fmla="*/ 85 h 322"/>
                  <a:gd name="T12" fmla="*/ 60 w 290"/>
                  <a:gd name="T13" fmla="*/ 62 h 322"/>
                  <a:gd name="T14" fmla="*/ 41 w 290"/>
                  <a:gd name="T15" fmla="*/ 0 h 322"/>
                  <a:gd name="T16" fmla="*/ 42 w 290"/>
                  <a:gd name="T17" fmla="*/ 56 h 322"/>
                  <a:gd name="T18" fmla="*/ 29 w 290"/>
                  <a:gd name="T19" fmla="*/ 55 h 322"/>
                  <a:gd name="T20" fmla="*/ 16 w 290"/>
                  <a:gd name="T21" fmla="*/ 53 h 322"/>
                  <a:gd name="T22" fmla="*/ 2 w 290"/>
                  <a:gd name="T23" fmla="*/ 61 h 322"/>
                  <a:gd name="T24" fmla="*/ 30 w 290"/>
                  <a:gd name="T25" fmla="*/ 71 h 322"/>
                  <a:gd name="T26" fmla="*/ 50 w 290"/>
                  <a:gd name="T27" fmla="*/ 76 h 322"/>
                  <a:gd name="T28" fmla="*/ 89 w 290"/>
                  <a:gd name="T29" fmla="*/ 87 h 322"/>
                  <a:gd name="T30" fmla="*/ 112 w 290"/>
                  <a:gd name="T31" fmla="*/ 142 h 322"/>
                  <a:gd name="T32" fmla="*/ 130 w 290"/>
                  <a:gd name="T33" fmla="*/ 218 h 322"/>
                  <a:gd name="T34" fmla="*/ 144 w 290"/>
                  <a:gd name="T35" fmla="*/ 237 h 322"/>
                  <a:gd name="T36" fmla="*/ 194 w 290"/>
                  <a:gd name="T37" fmla="*/ 275 h 322"/>
                  <a:gd name="T38" fmla="*/ 237 w 290"/>
                  <a:gd name="T39" fmla="*/ 315 h 322"/>
                  <a:gd name="T40" fmla="*/ 246 w 290"/>
                  <a:gd name="T41" fmla="*/ 322 h 322"/>
                  <a:gd name="T42" fmla="*/ 232 w 290"/>
                  <a:gd name="T43" fmla="*/ 277 h 322"/>
                  <a:gd name="T44" fmla="*/ 169 w 290"/>
                  <a:gd name="T45" fmla="*/ 243 h 322"/>
                  <a:gd name="T46" fmla="*/ 156 w 290"/>
                  <a:gd name="T47" fmla="*/ 225 h 322"/>
                  <a:gd name="T48" fmla="*/ 170 w 290"/>
                  <a:gd name="T49" fmla="*/ 193 h 322"/>
                  <a:gd name="T50" fmla="*/ 146 w 290"/>
                  <a:gd name="T51" fmla="*/ 212 h 322"/>
                  <a:gd name="T52" fmla="*/ 130 w 290"/>
                  <a:gd name="T53" fmla="*/ 192 h 322"/>
                  <a:gd name="T54" fmla="*/ 149 w 290"/>
                  <a:gd name="T55" fmla="*/ 100 h 322"/>
                  <a:gd name="T56" fmla="*/ 196 w 290"/>
                  <a:gd name="T57" fmla="*/ 124 h 322"/>
                  <a:gd name="T58" fmla="*/ 206 w 290"/>
                  <a:gd name="T59" fmla="*/ 156 h 322"/>
                  <a:gd name="T60" fmla="*/ 245 w 290"/>
                  <a:gd name="T61" fmla="*/ 217 h 322"/>
                  <a:gd name="T62" fmla="*/ 281 w 290"/>
                  <a:gd name="T63" fmla="*/ 262 h 322"/>
                  <a:gd name="T64" fmla="*/ 289 w 290"/>
                  <a:gd name="T65" fmla="*/ 251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0" h="322">
                    <a:moveTo>
                      <a:pt x="257" y="206"/>
                    </a:moveTo>
                    <a:cubicBezTo>
                      <a:pt x="251" y="200"/>
                      <a:pt x="245" y="194"/>
                      <a:pt x="240" y="187"/>
                    </a:cubicBezTo>
                    <a:cubicBezTo>
                      <a:pt x="231" y="177"/>
                      <a:pt x="225" y="165"/>
                      <a:pt x="222" y="152"/>
                    </a:cubicBezTo>
                    <a:cubicBezTo>
                      <a:pt x="221" y="149"/>
                      <a:pt x="220" y="146"/>
                      <a:pt x="219" y="143"/>
                    </a:cubicBezTo>
                    <a:cubicBezTo>
                      <a:pt x="219" y="143"/>
                      <a:pt x="219" y="142"/>
                      <a:pt x="219" y="142"/>
                    </a:cubicBezTo>
                    <a:cubicBezTo>
                      <a:pt x="220" y="142"/>
                      <a:pt x="221" y="142"/>
                      <a:pt x="222" y="142"/>
                    </a:cubicBezTo>
                    <a:cubicBezTo>
                      <a:pt x="234" y="142"/>
                      <a:pt x="246" y="137"/>
                      <a:pt x="255" y="129"/>
                    </a:cubicBezTo>
                    <a:cubicBezTo>
                      <a:pt x="258" y="126"/>
                      <a:pt x="258" y="121"/>
                      <a:pt x="255" y="117"/>
                    </a:cubicBezTo>
                    <a:cubicBezTo>
                      <a:pt x="252" y="114"/>
                      <a:pt x="247" y="114"/>
                      <a:pt x="243" y="117"/>
                    </a:cubicBezTo>
                    <a:cubicBezTo>
                      <a:pt x="236" y="124"/>
                      <a:pt x="224" y="127"/>
                      <a:pt x="214" y="125"/>
                    </a:cubicBezTo>
                    <a:cubicBezTo>
                      <a:pt x="213" y="121"/>
                      <a:pt x="211" y="118"/>
                      <a:pt x="209" y="115"/>
                    </a:cubicBezTo>
                    <a:cubicBezTo>
                      <a:pt x="197" y="96"/>
                      <a:pt x="175" y="90"/>
                      <a:pt x="153" y="85"/>
                    </a:cubicBezTo>
                    <a:cubicBezTo>
                      <a:pt x="92" y="71"/>
                      <a:pt x="92" y="71"/>
                      <a:pt x="92" y="71"/>
                    </a:cubicBezTo>
                    <a:cubicBezTo>
                      <a:pt x="82" y="68"/>
                      <a:pt x="70" y="66"/>
                      <a:pt x="60" y="62"/>
                    </a:cubicBezTo>
                    <a:cubicBezTo>
                      <a:pt x="55" y="44"/>
                      <a:pt x="51" y="26"/>
                      <a:pt x="50" y="7"/>
                    </a:cubicBezTo>
                    <a:cubicBezTo>
                      <a:pt x="50" y="3"/>
                      <a:pt x="46" y="0"/>
                      <a:pt x="41" y="0"/>
                    </a:cubicBezTo>
                    <a:cubicBezTo>
                      <a:pt x="37" y="0"/>
                      <a:pt x="34" y="4"/>
                      <a:pt x="34" y="8"/>
                    </a:cubicBezTo>
                    <a:cubicBezTo>
                      <a:pt x="35" y="24"/>
                      <a:pt x="37" y="40"/>
                      <a:pt x="42" y="56"/>
                    </a:cubicBezTo>
                    <a:cubicBezTo>
                      <a:pt x="40" y="56"/>
                      <a:pt x="39" y="56"/>
                      <a:pt x="38" y="55"/>
                    </a:cubicBezTo>
                    <a:cubicBezTo>
                      <a:pt x="35" y="55"/>
                      <a:pt x="32" y="55"/>
                      <a:pt x="29" y="55"/>
                    </a:cubicBezTo>
                    <a:cubicBezTo>
                      <a:pt x="27" y="55"/>
                      <a:pt x="25" y="55"/>
                      <a:pt x="23" y="55"/>
                    </a:cubicBezTo>
                    <a:cubicBezTo>
                      <a:pt x="19" y="55"/>
                      <a:pt x="17" y="54"/>
                      <a:pt x="16" y="53"/>
                    </a:cubicBezTo>
                    <a:cubicBezTo>
                      <a:pt x="13" y="49"/>
                      <a:pt x="8" y="48"/>
                      <a:pt x="5" y="50"/>
                    </a:cubicBezTo>
                    <a:cubicBezTo>
                      <a:pt x="1" y="53"/>
                      <a:pt x="0" y="58"/>
                      <a:pt x="2" y="61"/>
                    </a:cubicBezTo>
                    <a:cubicBezTo>
                      <a:pt x="6" y="67"/>
                      <a:pt x="13" y="71"/>
                      <a:pt x="22" y="71"/>
                    </a:cubicBezTo>
                    <a:cubicBezTo>
                      <a:pt x="24" y="72"/>
                      <a:pt x="27" y="72"/>
                      <a:pt x="30" y="71"/>
                    </a:cubicBezTo>
                    <a:cubicBezTo>
                      <a:pt x="32" y="71"/>
                      <a:pt x="34" y="71"/>
                      <a:pt x="37" y="71"/>
                    </a:cubicBezTo>
                    <a:cubicBezTo>
                      <a:pt x="41" y="72"/>
                      <a:pt x="46" y="74"/>
                      <a:pt x="50" y="76"/>
                    </a:cubicBezTo>
                    <a:cubicBezTo>
                      <a:pt x="52" y="76"/>
                      <a:pt x="53" y="77"/>
                      <a:pt x="54" y="77"/>
                    </a:cubicBezTo>
                    <a:cubicBezTo>
                      <a:pt x="66" y="81"/>
                      <a:pt x="77" y="84"/>
                      <a:pt x="89" y="87"/>
                    </a:cubicBezTo>
                    <a:cubicBezTo>
                      <a:pt x="132" y="97"/>
                      <a:pt x="132" y="97"/>
                      <a:pt x="132" y="97"/>
                    </a:cubicBezTo>
                    <a:cubicBezTo>
                      <a:pt x="124" y="111"/>
                      <a:pt x="116" y="125"/>
                      <a:pt x="112" y="142"/>
                    </a:cubicBezTo>
                    <a:cubicBezTo>
                      <a:pt x="106" y="163"/>
                      <a:pt x="107" y="184"/>
                      <a:pt x="116" y="200"/>
                    </a:cubicBezTo>
                    <a:cubicBezTo>
                      <a:pt x="120" y="207"/>
                      <a:pt x="125" y="212"/>
                      <a:pt x="130" y="218"/>
                    </a:cubicBezTo>
                    <a:cubicBezTo>
                      <a:pt x="133" y="221"/>
                      <a:pt x="136" y="225"/>
                      <a:pt x="138" y="228"/>
                    </a:cubicBezTo>
                    <a:cubicBezTo>
                      <a:pt x="140" y="231"/>
                      <a:pt x="142" y="234"/>
                      <a:pt x="144" y="237"/>
                    </a:cubicBezTo>
                    <a:cubicBezTo>
                      <a:pt x="148" y="243"/>
                      <a:pt x="152" y="249"/>
                      <a:pt x="158" y="255"/>
                    </a:cubicBezTo>
                    <a:cubicBezTo>
                      <a:pt x="168" y="265"/>
                      <a:pt x="181" y="270"/>
                      <a:pt x="194" y="275"/>
                    </a:cubicBezTo>
                    <a:cubicBezTo>
                      <a:pt x="204" y="279"/>
                      <a:pt x="214" y="282"/>
                      <a:pt x="222" y="289"/>
                    </a:cubicBezTo>
                    <a:cubicBezTo>
                      <a:pt x="230" y="296"/>
                      <a:pt x="235" y="305"/>
                      <a:pt x="237" y="315"/>
                    </a:cubicBezTo>
                    <a:cubicBezTo>
                      <a:pt x="237" y="319"/>
                      <a:pt x="241" y="322"/>
                      <a:pt x="245" y="322"/>
                    </a:cubicBezTo>
                    <a:cubicBezTo>
                      <a:pt x="245" y="322"/>
                      <a:pt x="245" y="322"/>
                      <a:pt x="246" y="322"/>
                    </a:cubicBezTo>
                    <a:cubicBezTo>
                      <a:pt x="250" y="321"/>
                      <a:pt x="253" y="317"/>
                      <a:pt x="253" y="313"/>
                    </a:cubicBezTo>
                    <a:cubicBezTo>
                      <a:pt x="251" y="299"/>
                      <a:pt x="243" y="286"/>
                      <a:pt x="232" y="277"/>
                    </a:cubicBezTo>
                    <a:cubicBezTo>
                      <a:pt x="222" y="268"/>
                      <a:pt x="211" y="264"/>
                      <a:pt x="199" y="259"/>
                    </a:cubicBezTo>
                    <a:cubicBezTo>
                      <a:pt x="188" y="255"/>
                      <a:pt x="177" y="251"/>
                      <a:pt x="169" y="243"/>
                    </a:cubicBezTo>
                    <a:cubicBezTo>
                      <a:pt x="165" y="239"/>
                      <a:pt x="161" y="234"/>
                      <a:pt x="158" y="228"/>
                    </a:cubicBezTo>
                    <a:cubicBezTo>
                      <a:pt x="157" y="227"/>
                      <a:pt x="157" y="226"/>
                      <a:pt x="156" y="225"/>
                    </a:cubicBezTo>
                    <a:cubicBezTo>
                      <a:pt x="162" y="218"/>
                      <a:pt x="167" y="211"/>
                      <a:pt x="172" y="204"/>
                    </a:cubicBezTo>
                    <a:cubicBezTo>
                      <a:pt x="174" y="200"/>
                      <a:pt x="173" y="195"/>
                      <a:pt x="170" y="193"/>
                    </a:cubicBezTo>
                    <a:cubicBezTo>
                      <a:pt x="166" y="190"/>
                      <a:pt x="161" y="191"/>
                      <a:pt x="159" y="195"/>
                    </a:cubicBezTo>
                    <a:cubicBezTo>
                      <a:pt x="155" y="201"/>
                      <a:pt x="150" y="206"/>
                      <a:pt x="146" y="212"/>
                    </a:cubicBezTo>
                    <a:cubicBezTo>
                      <a:pt x="145" y="210"/>
                      <a:pt x="144" y="209"/>
                      <a:pt x="142" y="207"/>
                    </a:cubicBezTo>
                    <a:cubicBezTo>
                      <a:pt x="138" y="202"/>
                      <a:pt x="134" y="197"/>
                      <a:pt x="130" y="192"/>
                    </a:cubicBezTo>
                    <a:cubicBezTo>
                      <a:pt x="121" y="175"/>
                      <a:pt x="124" y="156"/>
                      <a:pt x="127" y="146"/>
                    </a:cubicBezTo>
                    <a:cubicBezTo>
                      <a:pt x="132" y="130"/>
                      <a:pt x="140" y="115"/>
                      <a:pt x="149" y="100"/>
                    </a:cubicBezTo>
                    <a:cubicBezTo>
                      <a:pt x="149" y="101"/>
                      <a:pt x="149" y="101"/>
                      <a:pt x="149" y="101"/>
                    </a:cubicBezTo>
                    <a:cubicBezTo>
                      <a:pt x="168" y="105"/>
                      <a:pt x="187" y="110"/>
                      <a:pt x="196" y="124"/>
                    </a:cubicBezTo>
                    <a:cubicBezTo>
                      <a:pt x="200" y="131"/>
                      <a:pt x="202" y="138"/>
                      <a:pt x="204" y="147"/>
                    </a:cubicBezTo>
                    <a:cubicBezTo>
                      <a:pt x="204" y="150"/>
                      <a:pt x="205" y="153"/>
                      <a:pt x="206" y="156"/>
                    </a:cubicBezTo>
                    <a:cubicBezTo>
                      <a:pt x="210" y="171"/>
                      <a:pt x="217" y="185"/>
                      <a:pt x="227" y="197"/>
                    </a:cubicBezTo>
                    <a:cubicBezTo>
                      <a:pt x="233" y="205"/>
                      <a:pt x="239" y="211"/>
                      <a:pt x="245" y="217"/>
                    </a:cubicBezTo>
                    <a:cubicBezTo>
                      <a:pt x="257" y="230"/>
                      <a:pt x="269" y="241"/>
                      <a:pt x="273" y="256"/>
                    </a:cubicBezTo>
                    <a:cubicBezTo>
                      <a:pt x="275" y="259"/>
                      <a:pt x="278" y="262"/>
                      <a:pt x="281" y="262"/>
                    </a:cubicBezTo>
                    <a:cubicBezTo>
                      <a:pt x="282" y="262"/>
                      <a:pt x="283" y="261"/>
                      <a:pt x="284" y="261"/>
                    </a:cubicBezTo>
                    <a:cubicBezTo>
                      <a:pt x="288" y="260"/>
                      <a:pt x="290" y="255"/>
                      <a:pt x="289" y="251"/>
                    </a:cubicBezTo>
                    <a:cubicBezTo>
                      <a:pt x="283" y="233"/>
                      <a:pt x="270" y="219"/>
                      <a:pt x="257" y="206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61" name="ïšļiḋè" descr="797f9cec-fa91-40e7-a76d-93d76d1454f3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078311" y="5222525"/>
                <a:ext cx="642548" cy="455693"/>
              </a:xfrm>
              <a:custGeom>
                <a:avLst/>
                <a:gdLst>
                  <a:gd name="T0" fmla="*/ 192 w 204"/>
                  <a:gd name="T1" fmla="*/ 138 h 157"/>
                  <a:gd name="T2" fmla="*/ 141 w 204"/>
                  <a:gd name="T3" fmla="*/ 124 h 157"/>
                  <a:gd name="T4" fmla="*/ 130 w 204"/>
                  <a:gd name="T5" fmla="*/ 110 h 157"/>
                  <a:gd name="T6" fmla="*/ 124 w 204"/>
                  <a:gd name="T7" fmla="*/ 101 h 157"/>
                  <a:gd name="T8" fmla="*/ 97 w 204"/>
                  <a:gd name="T9" fmla="*/ 80 h 157"/>
                  <a:gd name="T10" fmla="*/ 96 w 204"/>
                  <a:gd name="T11" fmla="*/ 80 h 157"/>
                  <a:gd name="T12" fmla="*/ 90 w 204"/>
                  <a:gd name="T13" fmla="*/ 50 h 157"/>
                  <a:gd name="T14" fmla="*/ 82 w 204"/>
                  <a:gd name="T15" fmla="*/ 42 h 157"/>
                  <a:gd name="T16" fmla="*/ 74 w 204"/>
                  <a:gd name="T17" fmla="*/ 49 h 157"/>
                  <a:gd name="T18" fmla="*/ 78 w 204"/>
                  <a:gd name="T19" fmla="*/ 79 h 157"/>
                  <a:gd name="T20" fmla="*/ 65 w 204"/>
                  <a:gd name="T21" fmla="*/ 78 h 157"/>
                  <a:gd name="T22" fmla="*/ 51 w 204"/>
                  <a:gd name="T23" fmla="*/ 67 h 157"/>
                  <a:gd name="T24" fmla="*/ 17 w 204"/>
                  <a:gd name="T25" fmla="*/ 8 h 157"/>
                  <a:gd name="T26" fmla="*/ 8 w 204"/>
                  <a:gd name="T27" fmla="*/ 1 h 157"/>
                  <a:gd name="T28" fmla="*/ 0 w 204"/>
                  <a:gd name="T29" fmla="*/ 10 h 157"/>
                  <a:gd name="T30" fmla="*/ 39 w 204"/>
                  <a:gd name="T31" fmla="*/ 77 h 157"/>
                  <a:gd name="T32" fmla="*/ 59 w 204"/>
                  <a:gd name="T33" fmla="*/ 93 h 157"/>
                  <a:gd name="T34" fmla="*/ 80 w 204"/>
                  <a:gd name="T35" fmla="*/ 95 h 157"/>
                  <a:gd name="T36" fmla="*/ 93 w 204"/>
                  <a:gd name="T37" fmla="*/ 96 h 157"/>
                  <a:gd name="T38" fmla="*/ 111 w 204"/>
                  <a:gd name="T39" fmla="*/ 111 h 157"/>
                  <a:gd name="T40" fmla="*/ 117 w 204"/>
                  <a:gd name="T41" fmla="*/ 119 h 157"/>
                  <a:gd name="T42" fmla="*/ 129 w 204"/>
                  <a:gd name="T43" fmla="*/ 135 h 157"/>
                  <a:gd name="T44" fmla="*/ 178 w 204"/>
                  <a:gd name="T45" fmla="*/ 157 h 157"/>
                  <a:gd name="T46" fmla="*/ 197 w 204"/>
                  <a:gd name="T47" fmla="*/ 154 h 157"/>
                  <a:gd name="T48" fmla="*/ 202 w 204"/>
                  <a:gd name="T49" fmla="*/ 144 h 157"/>
                  <a:gd name="T50" fmla="*/ 192 w 204"/>
                  <a:gd name="T51" fmla="*/ 13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4" h="157">
                    <a:moveTo>
                      <a:pt x="192" y="138"/>
                    </a:moveTo>
                    <a:cubicBezTo>
                      <a:pt x="174" y="144"/>
                      <a:pt x="153" y="138"/>
                      <a:pt x="141" y="124"/>
                    </a:cubicBezTo>
                    <a:cubicBezTo>
                      <a:pt x="137" y="120"/>
                      <a:pt x="134" y="115"/>
                      <a:pt x="130" y="110"/>
                    </a:cubicBezTo>
                    <a:cubicBezTo>
                      <a:pt x="128" y="107"/>
                      <a:pt x="126" y="104"/>
                      <a:pt x="124" y="101"/>
                    </a:cubicBezTo>
                    <a:cubicBezTo>
                      <a:pt x="116" y="90"/>
                      <a:pt x="107" y="83"/>
                      <a:pt x="97" y="80"/>
                    </a:cubicBezTo>
                    <a:cubicBezTo>
                      <a:pt x="96" y="80"/>
                      <a:pt x="96" y="80"/>
                      <a:pt x="96" y="80"/>
                    </a:cubicBezTo>
                    <a:cubicBezTo>
                      <a:pt x="92" y="71"/>
                      <a:pt x="90" y="60"/>
                      <a:pt x="90" y="50"/>
                    </a:cubicBezTo>
                    <a:cubicBezTo>
                      <a:pt x="90" y="45"/>
                      <a:pt x="87" y="42"/>
                      <a:pt x="82" y="42"/>
                    </a:cubicBezTo>
                    <a:cubicBezTo>
                      <a:pt x="78" y="41"/>
                      <a:pt x="74" y="45"/>
                      <a:pt x="74" y="49"/>
                    </a:cubicBezTo>
                    <a:cubicBezTo>
                      <a:pt x="74" y="60"/>
                      <a:pt x="75" y="70"/>
                      <a:pt x="78" y="79"/>
                    </a:cubicBezTo>
                    <a:cubicBezTo>
                      <a:pt x="73" y="80"/>
                      <a:pt x="69" y="80"/>
                      <a:pt x="65" y="78"/>
                    </a:cubicBezTo>
                    <a:cubicBezTo>
                      <a:pt x="59" y="76"/>
                      <a:pt x="55" y="71"/>
                      <a:pt x="51" y="67"/>
                    </a:cubicBezTo>
                    <a:cubicBezTo>
                      <a:pt x="33" y="47"/>
                      <a:pt x="18" y="29"/>
                      <a:pt x="17" y="8"/>
                    </a:cubicBezTo>
                    <a:cubicBezTo>
                      <a:pt x="16" y="4"/>
                      <a:pt x="12" y="0"/>
                      <a:pt x="8" y="1"/>
                    </a:cubicBezTo>
                    <a:cubicBezTo>
                      <a:pt x="3" y="1"/>
                      <a:pt x="0" y="5"/>
                      <a:pt x="0" y="10"/>
                    </a:cubicBezTo>
                    <a:cubicBezTo>
                      <a:pt x="3" y="38"/>
                      <a:pt x="24" y="61"/>
                      <a:pt x="39" y="77"/>
                    </a:cubicBezTo>
                    <a:cubicBezTo>
                      <a:pt x="44" y="83"/>
                      <a:pt x="50" y="90"/>
                      <a:pt x="59" y="93"/>
                    </a:cubicBezTo>
                    <a:cubicBezTo>
                      <a:pt x="66" y="96"/>
                      <a:pt x="73" y="96"/>
                      <a:pt x="80" y="95"/>
                    </a:cubicBezTo>
                    <a:cubicBezTo>
                      <a:pt x="84" y="95"/>
                      <a:pt x="89" y="95"/>
                      <a:pt x="93" y="96"/>
                    </a:cubicBezTo>
                    <a:cubicBezTo>
                      <a:pt x="99" y="98"/>
                      <a:pt x="105" y="102"/>
                      <a:pt x="111" y="111"/>
                    </a:cubicBezTo>
                    <a:cubicBezTo>
                      <a:pt x="113" y="113"/>
                      <a:pt x="115" y="116"/>
                      <a:pt x="117" y="119"/>
                    </a:cubicBezTo>
                    <a:cubicBezTo>
                      <a:pt x="120" y="125"/>
                      <a:pt x="124" y="130"/>
                      <a:pt x="129" y="135"/>
                    </a:cubicBezTo>
                    <a:cubicBezTo>
                      <a:pt x="141" y="149"/>
                      <a:pt x="160" y="157"/>
                      <a:pt x="178" y="157"/>
                    </a:cubicBezTo>
                    <a:cubicBezTo>
                      <a:pt x="185" y="157"/>
                      <a:pt x="191" y="156"/>
                      <a:pt x="197" y="154"/>
                    </a:cubicBezTo>
                    <a:cubicBezTo>
                      <a:pt x="201" y="153"/>
                      <a:pt x="204" y="148"/>
                      <a:pt x="202" y="144"/>
                    </a:cubicBezTo>
                    <a:cubicBezTo>
                      <a:pt x="201" y="139"/>
                      <a:pt x="197" y="137"/>
                      <a:pt x="192" y="138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64" name="ïṣľîḑè" descr="a746344c-65e2-4183-88da-dc3b2295ef48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5066768" y="2842596"/>
                <a:ext cx="217390" cy="243868"/>
              </a:xfrm>
              <a:custGeom>
                <a:avLst/>
                <a:gdLst>
                  <a:gd name="T0" fmla="*/ 58 w 69"/>
                  <a:gd name="T1" fmla="*/ 1 h 84"/>
                  <a:gd name="T2" fmla="*/ 9 w 69"/>
                  <a:gd name="T3" fmla="*/ 56 h 84"/>
                  <a:gd name="T4" fmla="*/ 9 w 69"/>
                  <a:gd name="T5" fmla="*/ 59 h 84"/>
                  <a:gd name="T6" fmla="*/ 8 w 69"/>
                  <a:gd name="T7" fmla="*/ 65 h 84"/>
                  <a:gd name="T8" fmla="*/ 7 w 69"/>
                  <a:gd name="T9" fmla="*/ 68 h 84"/>
                  <a:gd name="T10" fmla="*/ 1 w 69"/>
                  <a:gd name="T11" fmla="*/ 78 h 84"/>
                  <a:gd name="T12" fmla="*/ 9 w 69"/>
                  <a:gd name="T13" fmla="*/ 84 h 84"/>
                  <a:gd name="T14" fmla="*/ 11 w 69"/>
                  <a:gd name="T15" fmla="*/ 83 h 84"/>
                  <a:gd name="T16" fmla="*/ 24 w 69"/>
                  <a:gd name="T17" fmla="*/ 70 h 84"/>
                  <a:gd name="T18" fmla="*/ 25 w 69"/>
                  <a:gd name="T19" fmla="*/ 60 h 84"/>
                  <a:gd name="T20" fmla="*/ 25 w 69"/>
                  <a:gd name="T21" fmla="*/ 58 h 84"/>
                  <a:gd name="T22" fmla="*/ 61 w 69"/>
                  <a:gd name="T23" fmla="*/ 17 h 84"/>
                  <a:gd name="T24" fmla="*/ 68 w 69"/>
                  <a:gd name="T25" fmla="*/ 7 h 84"/>
                  <a:gd name="T26" fmla="*/ 58 w 69"/>
                  <a:gd name="T27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84">
                    <a:moveTo>
                      <a:pt x="58" y="1"/>
                    </a:moveTo>
                    <a:cubicBezTo>
                      <a:pt x="32" y="7"/>
                      <a:pt x="12" y="30"/>
                      <a:pt x="9" y="56"/>
                    </a:cubicBezTo>
                    <a:cubicBezTo>
                      <a:pt x="9" y="57"/>
                      <a:pt x="9" y="58"/>
                      <a:pt x="9" y="59"/>
                    </a:cubicBezTo>
                    <a:cubicBezTo>
                      <a:pt x="9" y="61"/>
                      <a:pt x="9" y="64"/>
                      <a:pt x="8" y="65"/>
                    </a:cubicBezTo>
                    <a:cubicBezTo>
                      <a:pt x="8" y="67"/>
                      <a:pt x="7" y="68"/>
                      <a:pt x="7" y="68"/>
                    </a:cubicBezTo>
                    <a:cubicBezTo>
                      <a:pt x="2" y="69"/>
                      <a:pt x="0" y="74"/>
                      <a:pt x="1" y="78"/>
                    </a:cubicBezTo>
                    <a:cubicBezTo>
                      <a:pt x="2" y="81"/>
                      <a:pt x="5" y="84"/>
                      <a:pt x="9" y="84"/>
                    </a:cubicBezTo>
                    <a:cubicBezTo>
                      <a:pt x="10" y="84"/>
                      <a:pt x="10" y="84"/>
                      <a:pt x="11" y="83"/>
                    </a:cubicBezTo>
                    <a:cubicBezTo>
                      <a:pt x="17" y="82"/>
                      <a:pt x="21" y="77"/>
                      <a:pt x="24" y="70"/>
                    </a:cubicBezTo>
                    <a:cubicBezTo>
                      <a:pt x="25" y="67"/>
                      <a:pt x="25" y="63"/>
                      <a:pt x="25" y="60"/>
                    </a:cubicBezTo>
                    <a:cubicBezTo>
                      <a:pt x="25" y="59"/>
                      <a:pt x="25" y="58"/>
                      <a:pt x="25" y="58"/>
                    </a:cubicBezTo>
                    <a:cubicBezTo>
                      <a:pt x="27" y="39"/>
                      <a:pt x="43" y="21"/>
                      <a:pt x="61" y="17"/>
                    </a:cubicBezTo>
                    <a:cubicBezTo>
                      <a:pt x="66" y="16"/>
                      <a:pt x="69" y="11"/>
                      <a:pt x="68" y="7"/>
                    </a:cubicBezTo>
                    <a:cubicBezTo>
                      <a:pt x="67" y="3"/>
                      <a:pt x="62" y="0"/>
                      <a:pt x="58" y="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65" name="îšḻîḑe" descr="6cea6500-6f30-4b8c-81f0-a8964f8402c4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388043" y="2653911"/>
                <a:ext cx="240475" cy="233187"/>
              </a:xfrm>
              <a:custGeom>
                <a:avLst/>
                <a:gdLst>
                  <a:gd name="T0" fmla="*/ 69 w 77"/>
                  <a:gd name="T1" fmla="*/ 1 h 80"/>
                  <a:gd name="T2" fmla="*/ 36 w 77"/>
                  <a:gd name="T3" fmla="*/ 15 h 80"/>
                  <a:gd name="T4" fmla="*/ 24 w 77"/>
                  <a:gd name="T5" fmla="*/ 39 h 80"/>
                  <a:gd name="T6" fmla="*/ 22 w 77"/>
                  <a:gd name="T7" fmla="*/ 47 h 80"/>
                  <a:gd name="T8" fmla="*/ 7 w 77"/>
                  <a:gd name="T9" fmla="*/ 64 h 80"/>
                  <a:gd name="T10" fmla="*/ 0 w 77"/>
                  <a:gd name="T11" fmla="*/ 73 h 80"/>
                  <a:gd name="T12" fmla="*/ 8 w 77"/>
                  <a:gd name="T13" fmla="*/ 80 h 80"/>
                  <a:gd name="T14" fmla="*/ 10 w 77"/>
                  <a:gd name="T15" fmla="*/ 80 h 80"/>
                  <a:gd name="T16" fmla="*/ 37 w 77"/>
                  <a:gd name="T17" fmla="*/ 52 h 80"/>
                  <a:gd name="T18" fmla="*/ 40 w 77"/>
                  <a:gd name="T19" fmla="*/ 44 h 80"/>
                  <a:gd name="T20" fmla="*/ 48 w 77"/>
                  <a:gd name="T21" fmla="*/ 25 h 80"/>
                  <a:gd name="T22" fmla="*/ 68 w 77"/>
                  <a:gd name="T23" fmla="*/ 17 h 80"/>
                  <a:gd name="T24" fmla="*/ 76 w 77"/>
                  <a:gd name="T25" fmla="*/ 10 h 80"/>
                  <a:gd name="T26" fmla="*/ 69 w 77"/>
                  <a:gd name="T27" fmla="*/ 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80">
                    <a:moveTo>
                      <a:pt x="69" y="1"/>
                    </a:moveTo>
                    <a:cubicBezTo>
                      <a:pt x="57" y="0"/>
                      <a:pt x="44" y="5"/>
                      <a:pt x="36" y="15"/>
                    </a:cubicBezTo>
                    <a:cubicBezTo>
                      <a:pt x="30" y="22"/>
                      <a:pt x="27" y="31"/>
                      <a:pt x="24" y="39"/>
                    </a:cubicBezTo>
                    <a:cubicBezTo>
                      <a:pt x="24" y="42"/>
                      <a:pt x="23" y="44"/>
                      <a:pt x="22" y="47"/>
                    </a:cubicBezTo>
                    <a:cubicBezTo>
                      <a:pt x="21" y="50"/>
                      <a:pt x="16" y="62"/>
                      <a:pt x="7" y="64"/>
                    </a:cubicBezTo>
                    <a:cubicBezTo>
                      <a:pt x="3" y="64"/>
                      <a:pt x="0" y="69"/>
                      <a:pt x="0" y="73"/>
                    </a:cubicBezTo>
                    <a:cubicBezTo>
                      <a:pt x="1" y="77"/>
                      <a:pt x="4" y="80"/>
                      <a:pt x="8" y="80"/>
                    </a:cubicBezTo>
                    <a:cubicBezTo>
                      <a:pt x="9" y="80"/>
                      <a:pt x="9" y="80"/>
                      <a:pt x="10" y="80"/>
                    </a:cubicBezTo>
                    <a:cubicBezTo>
                      <a:pt x="22" y="78"/>
                      <a:pt x="32" y="68"/>
                      <a:pt x="37" y="52"/>
                    </a:cubicBezTo>
                    <a:cubicBezTo>
                      <a:pt x="38" y="49"/>
                      <a:pt x="39" y="47"/>
                      <a:pt x="40" y="44"/>
                    </a:cubicBezTo>
                    <a:cubicBezTo>
                      <a:pt x="42" y="37"/>
                      <a:pt x="44" y="30"/>
                      <a:pt x="48" y="25"/>
                    </a:cubicBezTo>
                    <a:cubicBezTo>
                      <a:pt x="53" y="19"/>
                      <a:pt x="60" y="16"/>
                      <a:pt x="68" y="17"/>
                    </a:cubicBezTo>
                    <a:cubicBezTo>
                      <a:pt x="72" y="17"/>
                      <a:pt x="76" y="14"/>
                      <a:pt x="76" y="10"/>
                    </a:cubicBezTo>
                    <a:cubicBezTo>
                      <a:pt x="77" y="5"/>
                      <a:pt x="73" y="1"/>
                      <a:pt x="69" y="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66" name="isḻîḋè" descr="26fac50f-e5f4-42a4-b3b3-c51ded211a17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4445383" y="2534648"/>
                <a:ext cx="1683322" cy="3293094"/>
              </a:xfrm>
              <a:custGeom>
                <a:avLst/>
                <a:gdLst>
                  <a:gd name="T0" fmla="*/ 509 w 536"/>
                  <a:gd name="T1" fmla="*/ 666 h 1132"/>
                  <a:gd name="T2" fmla="*/ 481 w 536"/>
                  <a:gd name="T3" fmla="*/ 462 h 1132"/>
                  <a:gd name="T4" fmla="*/ 514 w 536"/>
                  <a:gd name="T5" fmla="*/ 335 h 1132"/>
                  <a:gd name="T6" fmla="*/ 372 w 536"/>
                  <a:gd name="T7" fmla="*/ 5 h 1132"/>
                  <a:gd name="T8" fmla="*/ 156 w 536"/>
                  <a:gd name="T9" fmla="*/ 122 h 1132"/>
                  <a:gd name="T10" fmla="*/ 41 w 536"/>
                  <a:gd name="T11" fmla="*/ 381 h 1132"/>
                  <a:gd name="T12" fmla="*/ 44 w 536"/>
                  <a:gd name="T13" fmla="*/ 639 h 1132"/>
                  <a:gd name="T14" fmla="*/ 110 w 536"/>
                  <a:gd name="T15" fmla="*/ 942 h 1132"/>
                  <a:gd name="T16" fmla="*/ 260 w 536"/>
                  <a:gd name="T17" fmla="*/ 1087 h 1132"/>
                  <a:gd name="T18" fmla="*/ 481 w 536"/>
                  <a:gd name="T19" fmla="*/ 1091 h 1132"/>
                  <a:gd name="T20" fmla="*/ 509 w 536"/>
                  <a:gd name="T21" fmla="*/ 949 h 1132"/>
                  <a:gd name="T22" fmla="*/ 504 w 536"/>
                  <a:gd name="T23" fmla="*/ 780 h 1132"/>
                  <a:gd name="T24" fmla="*/ 221 w 536"/>
                  <a:gd name="T25" fmla="*/ 246 h 1132"/>
                  <a:gd name="T26" fmla="*/ 233 w 536"/>
                  <a:gd name="T27" fmla="*/ 300 h 1132"/>
                  <a:gd name="T28" fmla="*/ 245 w 536"/>
                  <a:gd name="T29" fmla="*/ 202 h 1132"/>
                  <a:gd name="T30" fmla="*/ 336 w 536"/>
                  <a:gd name="T31" fmla="*/ 163 h 1132"/>
                  <a:gd name="T32" fmla="*/ 340 w 536"/>
                  <a:gd name="T33" fmla="*/ 272 h 1132"/>
                  <a:gd name="T34" fmla="*/ 326 w 536"/>
                  <a:gd name="T35" fmla="*/ 420 h 1132"/>
                  <a:gd name="T36" fmla="*/ 352 w 536"/>
                  <a:gd name="T37" fmla="*/ 483 h 1132"/>
                  <a:gd name="T38" fmla="*/ 373 w 536"/>
                  <a:gd name="T39" fmla="*/ 516 h 1132"/>
                  <a:gd name="T40" fmla="*/ 415 w 536"/>
                  <a:gd name="T41" fmla="*/ 466 h 1132"/>
                  <a:gd name="T42" fmla="*/ 352 w 536"/>
                  <a:gd name="T43" fmla="*/ 457 h 1132"/>
                  <a:gd name="T44" fmla="*/ 353 w 536"/>
                  <a:gd name="T45" fmla="*/ 373 h 1132"/>
                  <a:gd name="T46" fmla="*/ 359 w 536"/>
                  <a:gd name="T47" fmla="*/ 272 h 1132"/>
                  <a:gd name="T48" fmla="*/ 350 w 536"/>
                  <a:gd name="T49" fmla="*/ 207 h 1132"/>
                  <a:gd name="T50" fmla="*/ 394 w 536"/>
                  <a:gd name="T51" fmla="*/ 119 h 1132"/>
                  <a:gd name="T52" fmla="*/ 356 w 536"/>
                  <a:gd name="T53" fmla="*/ 161 h 1132"/>
                  <a:gd name="T54" fmla="*/ 302 w 536"/>
                  <a:gd name="T55" fmla="*/ 150 h 1132"/>
                  <a:gd name="T56" fmla="*/ 154 w 536"/>
                  <a:gd name="T57" fmla="*/ 220 h 1132"/>
                  <a:gd name="T58" fmla="*/ 282 w 536"/>
                  <a:gd name="T59" fmla="*/ 77 h 1132"/>
                  <a:gd name="T60" fmla="*/ 484 w 536"/>
                  <a:gd name="T61" fmla="*/ 214 h 1132"/>
                  <a:gd name="T62" fmla="*/ 486 w 536"/>
                  <a:gd name="T63" fmla="*/ 241 h 1132"/>
                  <a:gd name="T64" fmla="*/ 494 w 536"/>
                  <a:gd name="T65" fmla="*/ 385 h 1132"/>
                  <a:gd name="T66" fmla="*/ 441 w 536"/>
                  <a:gd name="T67" fmla="*/ 424 h 1132"/>
                  <a:gd name="T68" fmla="*/ 490 w 536"/>
                  <a:gd name="T69" fmla="*/ 520 h 1132"/>
                  <a:gd name="T70" fmla="*/ 334 w 536"/>
                  <a:gd name="T71" fmla="*/ 571 h 1132"/>
                  <a:gd name="T72" fmla="*/ 229 w 536"/>
                  <a:gd name="T73" fmla="*/ 520 h 1132"/>
                  <a:gd name="T74" fmla="*/ 155 w 536"/>
                  <a:gd name="T75" fmla="*/ 426 h 1132"/>
                  <a:gd name="T76" fmla="*/ 504 w 536"/>
                  <a:gd name="T77" fmla="*/ 735 h 1132"/>
                  <a:gd name="T78" fmla="*/ 473 w 536"/>
                  <a:gd name="T79" fmla="*/ 801 h 1132"/>
                  <a:gd name="T80" fmla="*/ 478 w 536"/>
                  <a:gd name="T81" fmla="*/ 900 h 1132"/>
                  <a:gd name="T82" fmla="*/ 456 w 536"/>
                  <a:gd name="T83" fmla="*/ 929 h 1132"/>
                  <a:gd name="T84" fmla="*/ 491 w 536"/>
                  <a:gd name="T85" fmla="*/ 1007 h 1132"/>
                  <a:gd name="T86" fmla="*/ 474 w 536"/>
                  <a:gd name="T87" fmla="*/ 1046 h 1132"/>
                  <a:gd name="T88" fmla="*/ 429 w 536"/>
                  <a:gd name="T89" fmla="*/ 1111 h 1132"/>
                  <a:gd name="T90" fmla="*/ 227 w 536"/>
                  <a:gd name="T91" fmla="*/ 1032 h 1132"/>
                  <a:gd name="T92" fmla="*/ 204 w 536"/>
                  <a:gd name="T93" fmla="*/ 1024 h 1132"/>
                  <a:gd name="T94" fmla="*/ 149 w 536"/>
                  <a:gd name="T95" fmla="*/ 935 h 1132"/>
                  <a:gd name="T96" fmla="*/ 100 w 536"/>
                  <a:gd name="T97" fmla="*/ 812 h 1132"/>
                  <a:gd name="T98" fmla="*/ 72 w 536"/>
                  <a:gd name="T99" fmla="*/ 753 h 1132"/>
                  <a:gd name="T100" fmla="*/ 86 w 536"/>
                  <a:gd name="T101" fmla="*/ 690 h 1132"/>
                  <a:gd name="T102" fmla="*/ 70 w 536"/>
                  <a:gd name="T103" fmla="*/ 640 h 1132"/>
                  <a:gd name="T104" fmla="*/ 63 w 536"/>
                  <a:gd name="T105" fmla="*/ 482 h 1132"/>
                  <a:gd name="T106" fmla="*/ 96 w 536"/>
                  <a:gd name="T107" fmla="*/ 392 h 1132"/>
                  <a:gd name="T108" fmla="*/ 195 w 536"/>
                  <a:gd name="T109" fmla="*/ 531 h 1132"/>
                  <a:gd name="T110" fmla="*/ 318 w 536"/>
                  <a:gd name="T111" fmla="*/ 578 h 1132"/>
                  <a:gd name="T112" fmla="*/ 489 w 536"/>
                  <a:gd name="T113" fmla="*/ 676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36" h="1132">
                    <a:moveTo>
                      <a:pt x="520" y="738"/>
                    </a:moveTo>
                    <a:cubicBezTo>
                      <a:pt x="522" y="727"/>
                      <a:pt x="524" y="713"/>
                      <a:pt x="521" y="699"/>
                    </a:cubicBezTo>
                    <a:cubicBezTo>
                      <a:pt x="519" y="687"/>
                      <a:pt x="513" y="677"/>
                      <a:pt x="505" y="669"/>
                    </a:cubicBezTo>
                    <a:cubicBezTo>
                      <a:pt x="507" y="668"/>
                      <a:pt x="508" y="667"/>
                      <a:pt x="509" y="666"/>
                    </a:cubicBezTo>
                    <a:cubicBezTo>
                      <a:pt x="515" y="659"/>
                      <a:pt x="517" y="651"/>
                      <a:pt x="519" y="642"/>
                    </a:cubicBezTo>
                    <a:cubicBezTo>
                      <a:pt x="526" y="599"/>
                      <a:pt x="521" y="555"/>
                      <a:pt x="505" y="514"/>
                    </a:cubicBezTo>
                    <a:cubicBezTo>
                      <a:pt x="501" y="506"/>
                      <a:pt x="497" y="497"/>
                      <a:pt x="493" y="488"/>
                    </a:cubicBezTo>
                    <a:cubicBezTo>
                      <a:pt x="489" y="480"/>
                      <a:pt x="484" y="471"/>
                      <a:pt x="481" y="462"/>
                    </a:cubicBezTo>
                    <a:cubicBezTo>
                      <a:pt x="490" y="459"/>
                      <a:pt x="498" y="450"/>
                      <a:pt x="503" y="438"/>
                    </a:cubicBezTo>
                    <a:cubicBezTo>
                      <a:pt x="510" y="421"/>
                      <a:pt x="510" y="402"/>
                      <a:pt x="510" y="384"/>
                    </a:cubicBezTo>
                    <a:cubicBezTo>
                      <a:pt x="510" y="378"/>
                      <a:pt x="510" y="372"/>
                      <a:pt x="511" y="366"/>
                    </a:cubicBezTo>
                    <a:cubicBezTo>
                      <a:pt x="511" y="355"/>
                      <a:pt x="513" y="345"/>
                      <a:pt x="514" y="335"/>
                    </a:cubicBezTo>
                    <a:cubicBezTo>
                      <a:pt x="517" y="316"/>
                      <a:pt x="519" y="297"/>
                      <a:pt x="517" y="277"/>
                    </a:cubicBezTo>
                    <a:cubicBezTo>
                      <a:pt x="514" y="262"/>
                      <a:pt x="509" y="247"/>
                      <a:pt x="500" y="233"/>
                    </a:cubicBezTo>
                    <a:cubicBezTo>
                      <a:pt x="536" y="156"/>
                      <a:pt x="527" y="54"/>
                      <a:pt x="449" y="13"/>
                    </a:cubicBezTo>
                    <a:cubicBezTo>
                      <a:pt x="425" y="0"/>
                      <a:pt x="398" y="2"/>
                      <a:pt x="372" y="5"/>
                    </a:cubicBezTo>
                    <a:cubicBezTo>
                      <a:pt x="303" y="12"/>
                      <a:pt x="280" y="49"/>
                      <a:pt x="268" y="68"/>
                    </a:cubicBezTo>
                    <a:cubicBezTo>
                      <a:pt x="266" y="72"/>
                      <a:pt x="263" y="76"/>
                      <a:pt x="262" y="77"/>
                    </a:cubicBezTo>
                    <a:cubicBezTo>
                      <a:pt x="261" y="77"/>
                      <a:pt x="259" y="77"/>
                      <a:pt x="258" y="77"/>
                    </a:cubicBezTo>
                    <a:cubicBezTo>
                      <a:pt x="238" y="78"/>
                      <a:pt x="186" y="81"/>
                      <a:pt x="156" y="122"/>
                    </a:cubicBezTo>
                    <a:cubicBezTo>
                      <a:pt x="140" y="145"/>
                      <a:pt x="124" y="181"/>
                      <a:pt x="138" y="224"/>
                    </a:cubicBezTo>
                    <a:cubicBezTo>
                      <a:pt x="126" y="228"/>
                      <a:pt x="115" y="233"/>
                      <a:pt x="105" y="240"/>
                    </a:cubicBezTo>
                    <a:cubicBezTo>
                      <a:pt x="64" y="268"/>
                      <a:pt x="46" y="316"/>
                      <a:pt x="55" y="373"/>
                    </a:cubicBezTo>
                    <a:cubicBezTo>
                      <a:pt x="50" y="375"/>
                      <a:pt x="45" y="377"/>
                      <a:pt x="41" y="381"/>
                    </a:cubicBezTo>
                    <a:cubicBezTo>
                      <a:pt x="27" y="392"/>
                      <a:pt x="20" y="411"/>
                      <a:pt x="20" y="438"/>
                    </a:cubicBezTo>
                    <a:cubicBezTo>
                      <a:pt x="20" y="447"/>
                      <a:pt x="21" y="459"/>
                      <a:pt x="25" y="470"/>
                    </a:cubicBezTo>
                    <a:cubicBezTo>
                      <a:pt x="0" y="518"/>
                      <a:pt x="9" y="588"/>
                      <a:pt x="46" y="636"/>
                    </a:cubicBezTo>
                    <a:cubicBezTo>
                      <a:pt x="45" y="637"/>
                      <a:pt x="45" y="638"/>
                      <a:pt x="44" y="639"/>
                    </a:cubicBezTo>
                    <a:cubicBezTo>
                      <a:pt x="38" y="680"/>
                      <a:pt x="42" y="721"/>
                      <a:pt x="57" y="759"/>
                    </a:cubicBezTo>
                    <a:cubicBezTo>
                      <a:pt x="60" y="768"/>
                      <a:pt x="64" y="775"/>
                      <a:pt x="68" y="782"/>
                    </a:cubicBezTo>
                    <a:cubicBezTo>
                      <a:pt x="63" y="824"/>
                      <a:pt x="69" y="866"/>
                      <a:pt x="85" y="905"/>
                    </a:cubicBezTo>
                    <a:cubicBezTo>
                      <a:pt x="90" y="917"/>
                      <a:pt x="97" y="932"/>
                      <a:pt x="110" y="942"/>
                    </a:cubicBezTo>
                    <a:cubicBezTo>
                      <a:pt x="120" y="950"/>
                      <a:pt x="132" y="954"/>
                      <a:pt x="144" y="953"/>
                    </a:cubicBezTo>
                    <a:cubicBezTo>
                      <a:pt x="143" y="973"/>
                      <a:pt x="149" y="993"/>
                      <a:pt x="161" y="1009"/>
                    </a:cubicBezTo>
                    <a:cubicBezTo>
                      <a:pt x="175" y="1028"/>
                      <a:pt x="195" y="1041"/>
                      <a:pt x="217" y="1045"/>
                    </a:cubicBezTo>
                    <a:cubicBezTo>
                      <a:pt x="229" y="1062"/>
                      <a:pt x="244" y="1076"/>
                      <a:pt x="260" y="1087"/>
                    </a:cubicBezTo>
                    <a:cubicBezTo>
                      <a:pt x="281" y="1100"/>
                      <a:pt x="305" y="1109"/>
                      <a:pt x="328" y="1117"/>
                    </a:cubicBezTo>
                    <a:cubicBezTo>
                      <a:pt x="350" y="1125"/>
                      <a:pt x="375" y="1132"/>
                      <a:pt x="399" y="1132"/>
                    </a:cubicBezTo>
                    <a:cubicBezTo>
                      <a:pt x="411" y="1132"/>
                      <a:pt x="423" y="1130"/>
                      <a:pt x="435" y="1126"/>
                    </a:cubicBezTo>
                    <a:cubicBezTo>
                      <a:pt x="451" y="1120"/>
                      <a:pt x="466" y="1108"/>
                      <a:pt x="481" y="1091"/>
                    </a:cubicBezTo>
                    <a:cubicBezTo>
                      <a:pt x="495" y="1076"/>
                      <a:pt x="515" y="1046"/>
                      <a:pt x="505" y="1016"/>
                    </a:cubicBezTo>
                    <a:cubicBezTo>
                      <a:pt x="505" y="1014"/>
                      <a:pt x="506" y="1013"/>
                      <a:pt x="506" y="1012"/>
                    </a:cubicBezTo>
                    <a:cubicBezTo>
                      <a:pt x="510" y="1000"/>
                      <a:pt x="510" y="987"/>
                      <a:pt x="510" y="974"/>
                    </a:cubicBezTo>
                    <a:cubicBezTo>
                      <a:pt x="510" y="967"/>
                      <a:pt x="510" y="958"/>
                      <a:pt x="509" y="949"/>
                    </a:cubicBezTo>
                    <a:cubicBezTo>
                      <a:pt x="507" y="934"/>
                      <a:pt x="502" y="921"/>
                      <a:pt x="494" y="909"/>
                    </a:cubicBezTo>
                    <a:cubicBezTo>
                      <a:pt x="494" y="907"/>
                      <a:pt x="494" y="906"/>
                      <a:pt x="494" y="905"/>
                    </a:cubicBezTo>
                    <a:cubicBezTo>
                      <a:pt x="501" y="892"/>
                      <a:pt x="504" y="878"/>
                      <a:pt x="506" y="866"/>
                    </a:cubicBezTo>
                    <a:cubicBezTo>
                      <a:pt x="511" y="836"/>
                      <a:pt x="515" y="806"/>
                      <a:pt x="504" y="780"/>
                    </a:cubicBezTo>
                    <a:cubicBezTo>
                      <a:pt x="506" y="778"/>
                      <a:pt x="507" y="777"/>
                      <a:pt x="507" y="775"/>
                    </a:cubicBezTo>
                    <a:cubicBezTo>
                      <a:pt x="515" y="763"/>
                      <a:pt x="518" y="749"/>
                      <a:pt x="520" y="738"/>
                    </a:cubicBezTo>
                    <a:close/>
                    <a:moveTo>
                      <a:pt x="114" y="253"/>
                    </a:moveTo>
                    <a:cubicBezTo>
                      <a:pt x="148" y="231"/>
                      <a:pt x="192" y="228"/>
                      <a:pt x="221" y="246"/>
                    </a:cubicBezTo>
                    <a:cubicBezTo>
                      <a:pt x="223" y="248"/>
                      <a:pt x="225" y="252"/>
                      <a:pt x="227" y="258"/>
                    </a:cubicBezTo>
                    <a:cubicBezTo>
                      <a:pt x="228" y="264"/>
                      <a:pt x="229" y="277"/>
                      <a:pt x="220" y="291"/>
                    </a:cubicBezTo>
                    <a:cubicBezTo>
                      <a:pt x="217" y="295"/>
                      <a:pt x="218" y="300"/>
                      <a:pt x="222" y="302"/>
                    </a:cubicBezTo>
                    <a:cubicBezTo>
                      <a:pt x="225" y="305"/>
                      <a:pt x="230" y="304"/>
                      <a:pt x="233" y="300"/>
                    </a:cubicBezTo>
                    <a:cubicBezTo>
                      <a:pt x="242" y="287"/>
                      <a:pt x="246" y="271"/>
                      <a:pt x="243" y="255"/>
                    </a:cubicBezTo>
                    <a:cubicBezTo>
                      <a:pt x="242" y="250"/>
                      <a:pt x="240" y="245"/>
                      <a:pt x="238" y="241"/>
                    </a:cubicBezTo>
                    <a:cubicBezTo>
                      <a:pt x="237" y="241"/>
                      <a:pt x="237" y="240"/>
                      <a:pt x="237" y="240"/>
                    </a:cubicBezTo>
                    <a:cubicBezTo>
                      <a:pt x="230" y="227"/>
                      <a:pt x="236" y="211"/>
                      <a:pt x="245" y="202"/>
                    </a:cubicBezTo>
                    <a:cubicBezTo>
                      <a:pt x="255" y="190"/>
                      <a:pt x="270" y="183"/>
                      <a:pt x="285" y="176"/>
                    </a:cubicBezTo>
                    <a:cubicBezTo>
                      <a:pt x="309" y="164"/>
                      <a:pt x="309" y="164"/>
                      <a:pt x="309" y="164"/>
                    </a:cubicBezTo>
                    <a:cubicBezTo>
                      <a:pt x="314" y="162"/>
                      <a:pt x="318" y="160"/>
                      <a:pt x="323" y="159"/>
                    </a:cubicBezTo>
                    <a:cubicBezTo>
                      <a:pt x="327" y="159"/>
                      <a:pt x="332" y="160"/>
                      <a:pt x="336" y="163"/>
                    </a:cubicBezTo>
                    <a:cubicBezTo>
                      <a:pt x="340" y="167"/>
                      <a:pt x="343" y="171"/>
                      <a:pt x="343" y="176"/>
                    </a:cubicBezTo>
                    <a:cubicBezTo>
                      <a:pt x="344" y="183"/>
                      <a:pt x="340" y="191"/>
                      <a:pt x="335" y="200"/>
                    </a:cubicBezTo>
                    <a:cubicBezTo>
                      <a:pt x="332" y="205"/>
                      <a:pt x="330" y="211"/>
                      <a:pt x="328" y="217"/>
                    </a:cubicBezTo>
                    <a:cubicBezTo>
                      <a:pt x="322" y="235"/>
                      <a:pt x="326" y="257"/>
                      <a:pt x="340" y="272"/>
                    </a:cubicBezTo>
                    <a:cubicBezTo>
                      <a:pt x="319" y="285"/>
                      <a:pt x="302" y="313"/>
                      <a:pt x="307" y="340"/>
                    </a:cubicBezTo>
                    <a:cubicBezTo>
                      <a:pt x="310" y="358"/>
                      <a:pt x="321" y="375"/>
                      <a:pt x="336" y="384"/>
                    </a:cubicBezTo>
                    <a:cubicBezTo>
                      <a:pt x="337" y="385"/>
                      <a:pt x="338" y="385"/>
                      <a:pt x="339" y="386"/>
                    </a:cubicBezTo>
                    <a:cubicBezTo>
                      <a:pt x="332" y="395"/>
                      <a:pt x="327" y="407"/>
                      <a:pt x="326" y="420"/>
                    </a:cubicBezTo>
                    <a:cubicBezTo>
                      <a:pt x="325" y="435"/>
                      <a:pt x="327" y="457"/>
                      <a:pt x="342" y="470"/>
                    </a:cubicBezTo>
                    <a:cubicBezTo>
                      <a:pt x="344" y="471"/>
                      <a:pt x="345" y="472"/>
                      <a:pt x="347" y="474"/>
                    </a:cubicBezTo>
                    <a:cubicBezTo>
                      <a:pt x="348" y="475"/>
                      <a:pt x="349" y="477"/>
                      <a:pt x="350" y="479"/>
                    </a:cubicBezTo>
                    <a:cubicBezTo>
                      <a:pt x="351" y="480"/>
                      <a:pt x="352" y="482"/>
                      <a:pt x="352" y="483"/>
                    </a:cubicBezTo>
                    <a:cubicBezTo>
                      <a:pt x="357" y="493"/>
                      <a:pt x="357" y="505"/>
                      <a:pt x="356" y="515"/>
                    </a:cubicBezTo>
                    <a:cubicBezTo>
                      <a:pt x="356" y="520"/>
                      <a:pt x="360" y="524"/>
                      <a:pt x="364" y="524"/>
                    </a:cubicBezTo>
                    <a:cubicBezTo>
                      <a:pt x="364" y="524"/>
                      <a:pt x="365" y="524"/>
                      <a:pt x="365" y="524"/>
                    </a:cubicBezTo>
                    <a:cubicBezTo>
                      <a:pt x="369" y="524"/>
                      <a:pt x="373" y="520"/>
                      <a:pt x="373" y="516"/>
                    </a:cubicBezTo>
                    <a:cubicBezTo>
                      <a:pt x="373" y="506"/>
                      <a:pt x="373" y="495"/>
                      <a:pt x="370" y="484"/>
                    </a:cubicBezTo>
                    <a:cubicBezTo>
                      <a:pt x="374" y="485"/>
                      <a:pt x="379" y="485"/>
                      <a:pt x="383" y="485"/>
                    </a:cubicBezTo>
                    <a:cubicBezTo>
                      <a:pt x="396" y="485"/>
                      <a:pt x="407" y="481"/>
                      <a:pt x="413" y="477"/>
                    </a:cubicBezTo>
                    <a:cubicBezTo>
                      <a:pt x="417" y="474"/>
                      <a:pt x="417" y="469"/>
                      <a:pt x="415" y="466"/>
                    </a:cubicBezTo>
                    <a:cubicBezTo>
                      <a:pt x="412" y="462"/>
                      <a:pt x="407" y="461"/>
                      <a:pt x="404" y="464"/>
                    </a:cubicBezTo>
                    <a:cubicBezTo>
                      <a:pt x="399" y="467"/>
                      <a:pt x="379" y="475"/>
                      <a:pt x="359" y="462"/>
                    </a:cubicBezTo>
                    <a:cubicBezTo>
                      <a:pt x="358" y="461"/>
                      <a:pt x="357" y="460"/>
                      <a:pt x="355" y="460"/>
                    </a:cubicBezTo>
                    <a:cubicBezTo>
                      <a:pt x="354" y="459"/>
                      <a:pt x="353" y="458"/>
                      <a:pt x="352" y="457"/>
                    </a:cubicBezTo>
                    <a:cubicBezTo>
                      <a:pt x="342" y="449"/>
                      <a:pt x="342" y="431"/>
                      <a:pt x="343" y="421"/>
                    </a:cubicBezTo>
                    <a:cubicBezTo>
                      <a:pt x="343" y="407"/>
                      <a:pt x="350" y="395"/>
                      <a:pt x="360" y="387"/>
                    </a:cubicBezTo>
                    <a:cubicBezTo>
                      <a:pt x="363" y="385"/>
                      <a:pt x="364" y="381"/>
                      <a:pt x="362" y="377"/>
                    </a:cubicBezTo>
                    <a:cubicBezTo>
                      <a:pt x="361" y="374"/>
                      <a:pt x="357" y="372"/>
                      <a:pt x="353" y="373"/>
                    </a:cubicBezTo>
                    <a:cubicBezTo>
                      <a:pt x="352" y="374"/>
                      <a:pt x="348" y="373"/>
                      <a:pt x="344" y="370"/>
                    </a:cubicBezTo>
                    <a:cubicBezTo>
                      <a:pt x="336" y="365"/>
                      <a:pt x="326" y="353"/>
                      <a:pt x="323" y="337"/>
                    </a:cubicBezTo>
                    <a:cubicBezTo>
                      <a:pt x="319" y="315"/>
                      <a:pt x="336" y="289"/>
                      <a:pt x="354" y="282"/>
                    </a:cubicBezTo>
                    <a:cubicBezTo>
                      <a:pt x="358" y="281"/>
                      <a:pt x="360" y="276"/>
                      <a:pt x="359" y="272"/>
                    </a:cubicBezTo>
                    <a:cubicBezTo>
                      <a:pt x="358" y="270"/>
                      <a:pt x="357" y="269"/>
                      <a:pt x="356" y="268"/>
                    </a:cubicBezTo>
                    <a:cubicBezTo>
                      <a:pt x="356" y="266"/>
                      <a:pt x="355" y="265"/>
                      <a:pt x="354" y="263"/>
                    </a:cubicBezTo>
                    <a:cubicBezTo>
                      <a:pt x="343" y="253"/>
                      <a:pt x="338" y="236"/>
                      <a:pt x="343" y="222"/>
                    </a:cubicBezTo>
                    <a:cubicBezTo>
                      <a:pt x="345" y="217"/>
                      <a:pt x="347" y="212"/>
                      <a:pt x="350" y="207"/>
                    </a:cubicBezTo>
                    <a:cubicBezTo>
                      <a:pt x="354" y="198"/>
                      <a:pt x="359" y="189"/>
                      <a:pt x="359" y="177"/>
                    </a:cubicBezTo>
                    <a:cubicBezTo>
                      <a:pt x="359" y="177"/>
                      <a:pt x="360" y="177"/>
                      <a:pt x="360" y="177"/>
                    </a:cubicBezTo>
                    <a:cubicBezTo>
                      <a:pt x="372" y="177"/>
                      <a:pt x="384" y="171"/>
                      <a:pt x="390" y="160"/>
                    </a:cubicBezTo>
                    <a:cubicBezTo>
                      <a:pt x="397" y="148"/>
                      <a:pt x="399" y="133"/>
                      <a:pt x="394" y="119"/>
                    </a:cubicBezTo>
                    <a:cubicBezTo>
                      <a:pt x="392" y="114"/>
                      <a:pt x="388" y="112"/>
                      <a:pt x="383" y="114"/>
                    </a:cubicBezTo>
                    <a:cubicBezTo>
                      <a:pt x="379" y="115"/>
                      <a:pt x="377" y="120"/>
                      <a:pt x="378" y="124"/>
                    </a:cubicBezTo>
                    <a:cubicBezTo>
                      <a:pt x="382" y="134"/>
                      <a:pt x="381" y="144"/>
                      <a:pt x="377" y="151"/>
                    </a:cubicBezTo>
                    <a:cubicBezTo>
                      <a:pt x="372" y="159"/>
                      <a:pt x="363" y="163"/>
                      <a:pt x="356" y="161"/>
                    </a:cubicBezTo>
                    <a:cubicBezTo>
                      <a:pt x="355" y="161"/>
                      <a:pt x="355" y="161"/>
                      <a:pt x="354" y="160"/>
                    </a:cubicBezTo>
                    <a:cubicBezTo>
                      <a:pt x="352" y="157"/>
                      <a:pt x="349" y="154"/>
                      <a:pt x="346" y="151"/>
                    </a:cubicBezTo>
                    <a:cubicBezTo>
                      <a:pt x="339" y="145"/>
                      <a:pt x="329" y="142"/>
                      <a:pt x="321" y="143"/>
                    </a:cubicBezTo>
                    <a:cubicBezTo>
                      <a:pt x="314" y="144"/>
                      <a:pt x="307" y="147"/>
                      <a:pt x="302" y="150"/>
                    </a:cubicBezTo>
                    <a:cubicBezTo>
                      <a:pt x="278" y="161"/>
                      <a:pt x="278" y="161"/>
                      <a:pt x="278" y="161"/>
                    </a:cubicBezTo>
                    <a:cubicBezTo>
                      <a:pt x="262" y="169"/>
                      <a:pt x="245" y="177"/>
                      <a:pt x="233" y="191"/>
                    </a:cubicBezTo>
                    <a:cubicBezTo>
                      <a:pt x="225" y="200"/>
                      <a:pt x="218" y="213"/>
                      <a:pt x="218" y="226"/>
                    </a:cubicBezTo>
                    <a:cubicBezTo>
                      <a:pt x="199" y="218"/>
                      <a:pt x="176" y="216"/>
                      <a:pt x="154" y="220"/>
                    </a:cubicBezTo>
                    <a:cubicBezTo>
                      <a:pt x="144" y="190"/>
                      <a:pt x="149" y="160"/>
                      <a:pt x="169" y="132"/>
                    </a:cubicBezTo>
                    <a:cubicBezTo>
                      <a:pt x="194" y="96"/>
                      <a:pt x="241" y="94"/>
                      <a:pt x="258" y="94"/>
                    </a:cubicBezTo>
                    <a:cubicBezTo>
                      <a:pt x="263" y="93"/>
                      <a:pt x="265" y="93"/>
                      <a:pt x="267" y="93"/>
                    </a:cubicBezTo>
                    <a:cubicBezTo>
                      <a:pt x="273" y="91"/>
                      <a:pt x="277" y="85"/>
                      <a:pt x="282" y="77"/>
                    </a:cubicBezTo>
                    <a:cubicBezTo>
                      <a:pt x="293" y="58"/>
                      <a:pt x="312" y="27"/>
                      <a:pt x="374" y="21"/>
                    </a:cubicBezTo>
                    <a:cubicBezTo>
                      <a:pt x="398" y="18"/>
                      <a:pt x="422" y="16"/>
                      <a:pt x="441" y="27"/>
                    </a:cubicBezTo>
                    <a:cubicBezTo>
                      <a:pt x="508" y="62"/>
                      <a:pt x="517" y="150"/>
                      <a:pt x="489" y="219"/>
                    </a:cubicBezTo>
                    <a:cubicBezTo>
                      <a:pt x="487" y="217"/>
                      <a:pt x="486" y="216"/>
                      <a:pt x="484" y="214"/>
                    </a:cubicBezTo>
                    <a:cubicBezTo>
                      <a:pt x="481" y="211"/>
                      <a:pt x="476" y="211"/>
                      <a:pt x="473" y="214"/>
                    </a:cubicBezTo>
                    <a:cubicBezTo>
                      <a:pt x="470" y="217"/>
                      <a:pt x="470" y="223"/>
                      <a:pt x="473" y="226"/>
                    </a:cubicBezTo>
                    <a:cubicBezTo>
                      <a:pt x="477" y="229"/>
                      <a:pt x="480" y="233"/>
                      <a:pt x="483" y="237"/>
                    </a:cubicBezTo>
                    <a:cubicBezTo>
                      <a:pt x="483" y="239"/>
                      <a:pt x="485" y="240"/>
                      <a:pt x="486" y="241"/>
                    </a:cubicBezTo>
                    <a:cubicBezTo>
                      <a:pt x="494" y="253"/>
                      <a:pt x="499" y="266"/>
                      <a:pt x="501" y="279"/>
                    </a:cubicBezTo>
                    <a:cubicBezTo>
                      <a:pt x="503" y="297"/>
                      <a:pt x="501" y="314"/>
                      <a:pt x="498" y="333"/>
                    </a:cubicBezTo>
                    <a:cubicBezTo>
                      <a:pt x="496" y="343"/>
                      <a:pt x="495" y="354"/>
                      <a:pt x="494" y="365"/>
                    </a:cubicBezTo>
                    <a:cubicBezTo>
                      <a:pt x="494" y="371"/>
                      <a:pt x="494" y="378"/>
                      <a:pt x="494" y="385"/>
                    </a:cubicBezTo>
                    <a:cubicBezTo>
                      <a:pt x="494" y="402"/>
                      <a:pt x="494" y="418"/>
                      <a:pt x="488" y="432"/>
                    </a:cubicBezTo>
                    <a:cubicBezTo>
                      <a:pt x="485" y="439"/>
                      <a:pt x="480" y="447"/>
                      <a:pt x="473" y="447"/>
                    </a:cubicBezTo>
                    <a:cubicBezTo>
                      <a:pt x="467" y="447"/>
                      <a:pt x="460" y="441"/>
                      <a:pt x="452" y="427"/>
                    </a:cubicBezTo>
                    <a:cubicBezTo>
                      <a:pt x="450" y="423"/>
                      <a:pt x="445" y="422"/>
                      <a:pt x="441" y="424"/>
                    </a:cubicBezTo>
                    <a:cubicBezTo>
                      <a:pt x="437" y="426"/>
                      <a:pt x="436" y="431"/>
                      <a:pt x="438" y="435"/>
                    </a:cubicBezTo>
                    <a:cubicBezTo>
                      <a:pt x="442" y="441"/>
                      <a:pt x="450" y="456"/>
                      <a:pt x="464" y="461"/>
                    </a:cubicBezTo>
                    <a:cubicBezTo>
                      <a:pt x="468" y="473"/>
                      <a:pt x="473" y="484"/>
                      <a:pt x="478" y="495"/>
                    </a:cubicBezTo>
                    <a:cubicBezTo>
                      <a:pt x="482" y="504"/>
                      <a:pt x="486" y="512"/>
                      <a:pt x="490" y="520"/>
                    </a:cubicBezTo>
                    <a:cubicBezTo>
                      <a:pt x="505" y="558"/>
                      <a:pt x="509" y="600"/>
                      <a:pt x="503" y="640"/>
                    </a:cubicBezTo>
                    <a:cubicBezTo>
                      <a:pt x="502" y="645"/>
                      <a:pt x="501" y="651"/>
                      <a:pt x="497" y="655"/>
                    </a:cubicBezTo>
                    <a:cubicBezTo>
                      <a:pt x="493" y="660"/>
                      <a:pt x="485" y="661"/>
                      <a:pt x="472" y="660"/>
                    </a:cubicBezTo>
                    <a:cubicBezTo>
                      <a:pt x="425" y="654"/>
                      <a:pt x="380" y="625"/>
                      <a:pt x="334" y="571"/>
                    </a:cubicBezTo>
                    <a:cubicBezTo>
                      <a:pt x="331" y="568"/>
                      <a:pt x="331" y="568"/>
                      <a:pt x="331" y="568"/>
                    </a:cubicBezTo>
                    <a:cubicBezTo>
                      <a:pt x="321" y="557"/>
                      <a:pt x="312" y="545"/>
                      <a:pt x="299" y="537"/>
                    </a:cubicBezTo>
                    <a:cubicBezTo>
                      <a:pt x="278" y="523"/>
                      <a:pt x="252" y="521"/>
                      <a:pt x="232" y="520"/>
                    </a:cubicBezTo>
                    <a:cubicBezTo>
                      <a:pt x="229" y="520"/>
                      <a:pt x="229" y="520"/>
                      <a:pt x="229" y="520"/>
                    </a:cubicBezTo>
                    <a:cubicBezTo>
                      <a:pt x="219" y="519"/>
                      <a:pt x="210" y="519"/>
                      <a:pt x="202" y="516"/>
                    </a:cubicBezTo>
                    <a:cubicBezTo>
                      <a:pt x="186" y="510"/>
                      <a:pt x="177" y="492"/>
                      <a:pt x="172" y="479"/>
                    </a:cubicBezTo>
                    <a:cubicBezTo>
                      <a:pt x="170" y="473"/>
                      <a:pt x="168" y="466"/>
                      <a:pt x="166" y="459"/>
                    </a:cubicBezTo>
                    <a:cubicBezTo>
                      <a:pt x="163" y="448"/>
                      <a:pt x="160" y="437"/>
                      <a:pt x="155" y="426"/>
                    </a:cubicBezTo>
                    <a:cubicBezTo>
                      <a:pt x="144" y="404"/>
                      <a:pt x="125" y="386"/>
                      <a:pt x="102" y="377"/>
                    </a:cubicBezTo>
                    <a:cubicBezTo>
                      <a:pt x="93" y="373"/>
                      <a:pt x="82" y="370"/>
                      <a:pt x="71" y="371"/>
                    </a:cubicBezTo>
                    <a:cubicBezTo>
                      <a:pt x="60" y="302"/>
                      <a:pt x="93" y="267"/>
                      <a:pt x="114" y="253"/>
                    </a:cubicBezTo>
                    <a:close/>
                    <a:moveTo>
                      <a:pt x="504" y="735"/>
                    </a:moveTo>
                    <a:cubicBezTo>
                      <a:pt x="502" y="744"/>
                      <a:pt x="500" y="757"/>
                      <a:pt x="494" y="767"/>
                    </a:cubicBezTo>
                    <a:cubicBezTo>
                      <a:pt x="488" y="776"/>
                      <a:pt x="480" y="783"/>
                      <a:pt x="471" y="785"/>
                    </a:cubicBezTo>
                    <a:cubicBezTo>
                      <a:pt x="466" y="786"/>
                      <a:pt x="464" y="790"/>
                      <a:pt x="465" y="795"/>
                    </a:cubicBezTo>
                    <a:cubicBezTo>
                      <a:pt x="466" y="798"/>
                      <a:pt x="469" y="801"/>
                      <a:pt x="473" y="801"/>
                    </a:cubicBezTo>
                    <a:cubicBezTo>
                      <a:pt x="473" y="801"/>
                      <a:pt x="474" y="801"/>
                      <a:pt x="474" y="801"/>
                    </a:cubicBezTo>
                    <a:cubicBezTo>
                      <a:pt x="481" y="799"/>
                      <a:pt x="486" y="796"/>
                      <a:pt x="492" y="792"/>
                    </a:cubicBezTo>
                    <a:cubicBezTo>
                      <a:pt x="498" y="814"/>
                      <a:pt x="495" y="838"/>
                      <a:pt x="490" y="863"/>
                    </a:cubicBezTo>
                    <a:cubicBezTo>
                      <a:pt x="488" y="876"/>
                      <a:pt x="485" y="890"/>
                      <a:pt x="478" y="900"/>
                    </a:cubicBezTo>
                    <a:cubicBezTo>
                      <a:pt x="472" y="909"/>
                      <a:pt x="460" y="915"/>
                      <a:pt x="450" y="912"/>
                    </a:cubicBezTo>
                    <a:cubicBezTo>
                      <a:pt x="446" y="910"/>
                      <a:pt x="441" y="912"/>
                      <a:pt x="440" y="917"/>
                    </a:cubicBezTo>
                    <a:cubicBezTo>
                      <a:pt x="438" y="921"/>
                      <a:pt x="440" y="925"/>
                      <a:pt x="444" y="927"/>
                    </a:cubicBezTo>
                    <a:cubicBezTo>
                      <a:pt x="448" y="928"/>
                      <a:pt x="452" y="929"/>
                      <a:pt x="456" y="929"/>
                    </a:cubicBezTo>
                    <a:cubicBezTo>
                      <a:pt x="465" y="929"/>
                      <a:pt x="474" y="925"/>
                      <a:pt x="481" y="919"/>
                    </a:cubicBezTo>
                    <a:cubicBezTo>
                      <a:pt x="487" y="929"/>
                      <a:pt x="491" y="940"/>
                      <a:pt x="493" y="951"/>
                    </a:cubicBezTo>
                    <a:cubicBezTo>
                      <a:pt x="494" y="959"/>
                      <a:pt x="494" y="967"/>
                      <a:pt x="494" y="974"/>
                    </a:cubicBezTo>
                    <a:cubicBezTo>
                      <a:pt x="494" y="985"/>
                      <a:pt x="494" y="997"/>
                      <a:pt x="491" y="1007"/>
                    </a:cubicBezTo>
                    <a:cubicBezTo>
                      <a:pt x="487" y="1017"/>
                      <a:pt x="482" y="1025"/>
                      <a:pt x="474" y="1029"/>
                    </a:cubicBezTo>
                    <a:cubicBezTo>
                      <a:pt x="472" y="1028"/>
                      <a:pt x="469" y="1029"/>
                      <a:pt x="467" y="1030"/>
                    </a:cubicBezTo>
                    <a:cubicBezTo>
                      <a:pt x="464" y="1033"/>
                      <a:pt x="463" y="1038"/>
                      <a:pt x="465" y="1042"/>
                    </a:cubicBezTo>
                    <a:cubicBezTo>
                      <a:pt x="467" y="1044"/>
                      <a:pt x="470" y="1046"/>
                      <a:pt x="474" y="1046"/>
                    </a:cubicBezTo>
                    <a:cubicBezTo>
                      <a:pt x="476" y="1046"/>
                      <a:pt x="478" y="1045"/>
                      <a:pt x="480" y="1044"/>
                    </a:cubicBezTo>
                    <a:cubicBezTo>
                      <a:pt x="484" y="1042"/>
                      <a:pt x="488" y="1040"/>
                      <a:pt x="491" y="1036"/>
                    </a:cubicBezTo>
                    <a:cubicBezTo>
                      <a:pt x="490" y="1054"/>
                      <a:pt x="478" y="1070"/>
                      <a:pt x="469" y="1080"/>
                    </a:cubicBezTo>
                    <a:cubicBezTo>
                      <a:pt x="456" y="1095"/>
                      <a:pt x="443" y="1105"/>
                      <a:pt x="429" y="1111"/>
                    </a:cubicBezTo>
                    <a:cubicBezTo>
                      <a:pt x="399" y="1122"/>
                      <a:pt x="364" y="1112"/>
                      <a:pt x="333" y="1102"/>
                    </a:cubicBezTo>
                    <a:cubicBezTo>
                      <a:pt x="311" y="1094"/>
                      <a:pt x="289" y="1086"/>
                      <a:pt x="269" y="1073"/>
                    </a:cubicBezTo>
                    <a:cubicBezTo>
                      <a:pt x="254" y="1063"/>
                      <a:pt x="241" y="1051"/>
                      <a:pt x="230" y="1036"/>
                    </a:cubicBezTo>
                    <a:cubicBezTo>
                      <a:pt x="230" y="1034"/>
                      <a:pt x="229" y="1033"/>
                      <a:pt x="227" y="1032"/>
                    </a:cubicBezTo>
                    <a:cubicBezTo>
                      <a:pt x="220" y="1021"/>
                      <a:pt x="214" y="1010"/>
                      <a:pt x="210" y="999"/>
                    </a:cubicBezTo>
                    <a:cubicBezTo>
                      <a:pt x="209" y="995"/>
                      <a:pt x="204" y="993"/>
                      <a:pt x="200" y="994"/>
                    </a:cubicBezTo>
                    <a:cubicBezTo>
                      <a:pt x="196" y="996"/>
                      <a:pt x="193" y="1000"/>
                      <a:pt x="195" y="1004"/>
                    </a:cubicBezTo>
                    <a:cubicBezTo>
                      <a:pt x="197" y="1011"/>
                      <a:pt x="200" y="1018"/>
                      <a:pt x="204" y="1024"/>
                    </a:cubicBezTo>
                    <a:cubicBezTo>
                      <a:pt x="192" y="1018"/>
                      <a:pt x="182" y="1010"/>
                      <a:pt x="174" y="1000"/>
                    </a:cubicBezTo>
                    <a:cubicBezTo>
                      <a:pt x="163" y="983"/>
                      <a:pt x="158" y="963"/>
                      <a:pt x="161" y="943"/>
                    </a:cubicBezTo>
                    <a:cubicBezTo>
                      <a:pt x="161" y="940"/>
                      <a:pt x="160" y="937"/>
                      <a:pt x="157" y="935"/>
                    </a:cubicBezTo>
                    <a:cubicBezTo>
                      <a:pt x="155" y="934"/>
                      <a:pt x="152" y="933"/>
                      <a:pt x="149" y="935"/>
                    </a:cubicBezTo>
                    <a:cubicBezTo>
                      <a:pt x="139" y="939"/>
                      <a:pt x="128" y="935"/>
                      <a:pt x="120" y="929"/>
                    </a:cubicBezTo>
                    <a:cubicBezTo>
                      <a:pt x="110" y="921"/>
                      <a:pt x="104" y="909"/>
                      <a:pt x="100" y="899"/>
                    </a:cubicBezTo>
                    <a:cubicBezTo>
                      <a:pt x="87" y="868"/>
                      <a:pt x="81" y="834"/>
                      <a:pt x="83" y="800"/>
                    </a:cubicBezTo>
                    <a:cubicBezTo>
                      <a:pt x="88" y="805"/>
                      <a:pt x="94" y="809"/>
                      <a:pt x="100" y="812"/>
                    </a:cubicBezTo>
                    <a:cubicBezTo>
                      <a:pt x="101" y="812"/>
                      <a:pt x="103" y="813"/>
                      <a:pt x="104" y="813"/>
                    </a:cubicBezTo>
                    <a:cubicBezTo>
                      <a:pt x="107" y="813"/>
                      <a:pt x="110" y="811"/>
                      <a:pt x="111" y="808"/>
                    </a:cubicBezTo>
                    <a:cubicBezTo>
                      <a:pt x="113" y="804"/>
                      <a:pt x="111" y="799"/>
                      <a:pt x="107" y="797"/>
                    </a:cubicBezTo>
                    <a:cubicBezTo>
                      <a:pt x="92" y="791"/>
                      <a:pt x="81" y="776"/>
                      <a:pt x="72" y="753"/>
                    </a:cubicBezTo>
                    <a:cubicBezTo>
                      <a:pt x="59" y="721"/>
                      <a:pt x="55" y="686"/>
                      <a:pt x="59" y="652"/>
                    </a:cubicBezTo>
                    <a:cubicBezTo>
                      <a:pt x="60" y="653"/>
                      <a:pt x="61" y="653"/>
                      <a:pt x="61" y="654"/>
                    </a:cubicBezTo>
                    <a:cubicBezTo>
                      <a:pt x="70" y="663"/>
                      <a:pt x="79" y="672"/>
                      <a:pt x="78" y="681"/>
                    </a:cubicBezTo>
                    <a:cubicBezTo>
                      <a:pt x="78" y="686"/>
                      <a:pt x="82" y="689"/>
                      <a:pt x="86" y="690"/>
                    </a:cubicBezTo>
                    <a:cubicBezTo>
                      <a:pt x="86" y="690"/>
                      <a:pt x="86" y="690"/>
                      <a:pt x="86" y="690"/>
                    </a:cubicBezTo>
                    <a:cubicBezTo>
                      <a:pt x="91" y="690"/>
                      <a:pt x="94" y="686"/>
                      <a:pt x="95" y="682"/>
                    </a:cubicBezTo>
                    <a:cubicBezTo>
                      <a:pt x="95" y="665"/>
                      <a:pt x="83" y="653"/>
                      <a:pt x="73" y="643"/>
                    </a:cubicBezTo>
                    <a:cubicBezTo>
                      <a:pt x="72" y="642"/>
                      <a:pt x="71" y="641"/>
                      <a:pt x="70" y="640"/>
                    </a:cubicBezTo>
                    <a:cubicBezTo>
                      <a:pt x="31" y="600"/>
                      <a:pt x="16" y="533"/>
                      <a:pt x="35" y="486"/>
                    </a:cubicBezTo>
                    <a:cubicBezTo>
                      <a:pt x="43" y="495"/>
                      <a:pt x="53" y="499"/>
                      <a:pt x="64" y="499"/>
                    </a:cubicBezTo>
                    <a:cubicBezTo>
                      <a:pt x="68" y="498"/>
                      <a:pt x="72" y="495"/>
                      <a:pt x="72" y="490"/>
                    </a:cubicBezTo>
                    <a:cubicBezTo>
                      <a:pt x="71" y="486"/>
                      <a:pt x="68" y="482"/>
                      <a:pt x="63" y="482"/>
                    </a:cubicBezTo>
                    <a:cubicBezTo>
                      <a:pt x="54" y="483"/>
                      <a:pt x="46" y="476"/>
                      <a:pt x="42" y="469"/>
                    </a:cubicBezTo>
                    <a:cubicBezTo>
                      <a:pt x="37" y="459"/>
                      <a:pt x="36" y="447"/>
                      <a:pt x="36" y="438"/>
                    </a:cubicBezTo>
                    <a:cubicBezTo>
                      <a:pt x="36" y="416"/>
                      <a:pt x="41" y="402"/>
                      <a:pt x="51" y="394"/>
                    </a:cubicBezTo>
                    <a:cubicBezTo>
                      <a:pt x="64" y="383"/>
                      <a:pt x="83" y="386"/>
                      <a:pt x="96" y="392"/>
                    </a:cubicBezTo>
                    <a:cubicBezTo>
                      <a:pt x="115" y="399"/>
                      <a:pt x="131" y="415"/>
                      <a:pt x="140" y="433"/>
                    </a:cubicBezTo>
                    <a:cubicBezTo>
                      <a:pt x="145" y="443"/>
                      <a:pt x="148" y="453"/>
                      <a:pt x="151" y="464"/>
                    </a:cubicBezTo>
                    <a:cubicBezTo>
                      <a:pt x="153" y="471"/>
                      <a:pt x="155" y="478"/>
                      <a:pt x="157" y="485"/>
                    </a:cubicBezTo>
                    <a:cubicBezTo>
                      <a:pt x="166" y="508"/>
                      <a:pt x="179" y="524"/>
                      <a:pt x="195" y="531"/>
                    </a:cubicBezTo>
                    <a:cubicBezTo>
                      <a:pt x="206" y="535"/>
                      <a:pt x="217" y="536"/>
                      <a:pt x="228" y="536"/>
                    </a:cubicBezTo>
                    <a:cubicBezTo>
                      <a:pt x="231" y="536"/>
                      <a:pt x="231" y="536"/>
                      <a:pt x="231" y="536"/>
                    </a:cubicBezTo>
                    <a:cubicBezTo>
                      <a:pt x="249" y="537"/>
                      <a:pt x="272" y="539"/>
                      <a:pt x="290" y="551"/>
                    </a:cubicBezTo>
                    <a:cubicBezTo>
                      <a:pt x="301" y="558"/>
                      <a:pt x="309" y="568"/>
                      <a:pt x="318" y="578"/>
                    </a:cubicBezTo>
                    <a:cubicBezTo>
                      <a:pt x="322" y="582"/>
                      <a:pt x="322" y="582"/>
                      <a:pt x="322" y="582"/>
                    </a:cubicBezTo>
                    <a:cubicBezTo>
                      <a:pt x="371" y="639"/>
                      <a:pt x="419" y="670"/>
                      <a:pt x="470" y="676"/>
                    </a:cubicBezTo>
                    <a:cubicBezTo>
                      <a:pt x="474" y="676"/>
                      <a:pt x="477" y="677"/>
                      <a:pt x="480" y="677"/>
                    </a:cubicBezTo>
                    <a:cubicBezTo>
                      <a:pt x="483" y="677"/>
                      <a:pt x="486" y="676"/>
                      <a:pt x="489" y="676"/>
                    </a:cubicBezTo>
                    <a:cubicBezTo>
                      <a:pt x="489" y="677"/>
                      <a:pt x="490" y="677"/>
                      <a:pt x="491" y="678"/>
                    </a:cubicBezTo>
                    <a:cubicBezTo>
                      <a:pt x="498" y="683"/>
                      <a:pt x="503" y="692"/>
                      <a:pt x="505" y="702"/>
                    </a:cubicBezTo>
                    <a:cubicBezTo>
                      <a:pt x="507" y="714"/>
                      <a:pt x="506" y="726"/>
                      <a:pt x="504" y="735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0" name="ï$líďê" descr="7acafcea-4f23-4a97-aa27-c5fa80ea6faa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5647755" y="2694853"/>
                <a:ext cx="232780" cy="496635"/>
              </a:xfrm>
              <a:custGeom>
                <a:avLst/>
                <a:gdLst>
                  <a:gd name="T0" fmla="*/ 37 w 74"/>
                  <a:gd name="T1" fmla="*/ 48 h 171"/>
                  <a:gd name="T2" fmla="*/ 44 w 74"/>
                  <a:gd name="T3" fmla="*/ 47 h 171"/>
                  <a:gd name="T4" fmla="*/ 52 w 74"/>
                  <a:gd name="T5" fmla="*/ 77 h 171"/>
                  <a:gd name="T6" fmla="*/ 45 w 74"/>
                  <a:gd name="T7" fmla="*/ 105 h 171"/>
                  <a:gd name="T8" fmla="*/ 42 w 74"/>
                  <a:gd name="T9" fmla="*/ 118 h 171"/>
                  <a:gd name="T10" fmla="*/ 43 w 74"/>
                  <a:gd name="T11" fmla="*/ 166 h 171"/>
                  <a:gd name="T12" fmla="*/ 50 w 74"/>
                  <a:gd name="T13" fmla="*/ 171 h 171"/>
                  <a:gd name="T14" fmla="*/ 53 w 74"/>
                  <a:gd name="T15" fmla="*/ 170 h 171"/>
                  <a:gd name="T16" fmla="*/ 57 w 74"/>
                  <a:gd name="T17" fmla="*/ 160 h 171"/>
                  <a:gd name="T18" fmla="*/ 57 w 74"/>
                  <a:gd name="T19" fmla="*/ 122 h 171"/>
                  <a:gd name="T20" fmla="*/ 61 w 74"/>
                  <a:gd name="T21" fmla="*/ 110 h 171"/>
                  <a:gd name="T22" fmla="*/ 68 w 74"/>
                  <a:gd name="T23" fmla="*/ 78 h 171"/>
                  <a:gd name="T24" fmla="*/ 58 w 74"/>
                  <a:gd name="T25" fmla="*/ 40 h 171"/>
                  <a:gd name="T26" fmla="*/ 64 w 74"/>
                  <a:gd name="T27" fmla="*/ 33 h 171"/>
                  <a:gd name="T28" fmla="*/ 74 w 74"/>
                  <a:gd name="T29" fmla="*/ 10 h 171"/>
                  <a:gd name="T30" fmla="*/ 67 w 74"/>
                  <a:gd name="T31" fmla="*/ 1 h 171"/>
                  <a:gd name="T32" fmla="*/ 58 w 74"/>
                  <a:gd name="T33" fmla="*/ 7 h 171"/>
                  <a:gd name="T34" fmla="*/ 51 w 74"/>
                  <a:gd name="T35" fmla="*/ 24 h 171"/>
                  <a:gd name="T36" fmla="*/ 45 w 74"/>
                  <a:gd name="T37" fmla="*/ 30 h 171"/>
                  <a:gd name="T38" fmla="*/ 41 w 74"/>
                  <a:gd name="T39" fmla="*/ 32 h 171"/>
                  <a:gd name="T40" fmla="*/ 37 w 74"/>
                  <a:gd name="T41" fmla="*/ 32 h 171"/>
                  <a:gd name="T42" fmla="*/ 15 w 74"/>
                  <a:gd name="T43" fmla="*/ 26 h 171"/>
                  <a:gd name="T44" fmla="*/ 3 w 74"/>
                  <a:gd name="T45" fmla="*/ 26 h 171"/>
                  <a:gd name="T46" fmla="*/ 3 w 74"/>
                  <a:gd name="T47" fmla="*/ 38 h 171"/>
                  <a:gd name="T48" fmla="*/ 36 w 74"/>
                  <a:gd name="T49" fmla="*/ 48 h 171"/>
                  <a:gd name="T50" fmla="*/ 37 w 74"/>
                  <a:gd name="T51" fmla="*/ 4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4" h="171">
                    <a:moveTo>
                      <a:pt x="37" y="48"/>
                    </a:moveTo>
                    <a:cubicBezTo>
                      <a:pt x="39" y="48"/>
                      <a:pt x="41" y="48"/>
                      <a:pt x="44" y="47"/>
                    </a:cubicBezTo>
                    <a:cubicBezTo>
                      <a:pt x="51" y="55"/>
                      <a:pt x="53" y="67"/>
                      <a:pt x="52" y="77"/>
                    </a:cubicBezTo>
                    <a:cubicBezTo>
                      <a:pt x="51" y="86"/>
                      <a:pt x="48" y="96"/>
                      <a:pt x="45" y="105"/>
                    </a:cubicBezTo>
                    <a:cubicBezTo>
                      <a:pt x="44" y="109"/>
                      <a:pt x="43" y="114"/>
                      <a:pt x="42" y="118"/>
                    </a:cubicBezTo>
                    <a:cubicBezTo>
                      <a:pt x="37" y="138"/>
                      <a:pt x="37" y="153"/>
                      <a:pt x="43" y="166"/>
                    </a:cubicBezTo>
                    <a:cubicBezTo>
                      <a:pt x="44" y="169"/>
                      <a:pt x="47" y="171"/>
                      <a:pt x="50" y="171"/>
                    </a:cubicBezTo>
                    <a:cubicBezTo>
                      <a:pt x="51" y="171"/>
                      <a:pt x="52" y="171"/>
                      <a:pt x="53" y="170"/>
                    </a:cubicBezTo>
                    <a:cubicBezTo>
                      <a:pt x="57" y="169"/>
                      <a:pt x="59" y="164"/>
                      <a:pt x="57" y="160"/>
                    </a:cubicBezTo>
                    <a:cubicBezTo>
                      <a:pt x="53" y="150"/>
                      <a:pt x="53" y="138"/>
                      <a:pt x="57" y="122"/>
                    </a:cubicBezTo>
                    <a:cubicBezTo>
                      <a:pt x="58" y="118"/>
                      <a:pt x="60" y="114"/>
                      <a:pt x="61" y="110"/>
                    </a:cubicBezTo>
                    <a:cubicBezTo>
                      <a:pt x="64" y="100"/>
                      <a:pt x="67" y="89"/>
                      <a:pt x="68" y="78"/>
                    </a:cubicBezTo>
                    <a:cubicBezTo>
                      <a:pt x="69" y="63"/>
                      <a:pt x="66" y="50"/>
                      <a:pt x="58" y="40"/>
                    </a:cubicBezTo>
                    <a:cubicBezTo>
                      <a:pt x="61" y="38"/>
                      <a:pt x="62" y="36"/>
                      <a:pt x="64" y="33"/>
                    </a:cubicBezTo>
                    <a:cubicBezTo>
                      <a:pt x="69" y="26"/>
                      <a:pt x="72" y="18"/>
                      <a:pt x="74" y="10"/>
                    </a:cubicBezTo>
                    <a:cubicBezTo>
                      <a:pt x="74" y="6"/>
                      <a:pt x="72" y="2"/>
                      <a:pt x="67" y="1"/>
                    </a:cubicBezTo>
                    <a:cubicBezTo>
                      <a:pt x="63" y="0"/>
                      <a:pt x="59" y="3"/>
                      <a:pt x="58" y="7"/>
                    </a:cubicBezTo>
                    <a:cubicBezTo>
                      <a:pt x="57" y="13"/>
                      <a:pt x="54" y="19"/>
                      <a:pt x="51" y="24"/>
                    </a:cubicBezTo>
                    <a:cubicBezTo>
                      <a:pt x="49" y="27"/>
                      <a:pt x="47" y="29"/>
                      <a:pt x="45" y="30"/>
                    </a:cubicBezTo>
                    <a:cubicBezTo>
                      <a:pt x="44" y="30"/>
                      <a:pt x="42" y="31"/>
                      <a:pt x="41" y="32"/>
                    </a:cubicBezTo>
                    <a:cubicBezTo>
                      <a:pt x="40" y="32"/>
                      <a:pt x="38" y="32"/>
                      <a:pt x="37" y="32"/>
                    </a:cubicBezTo>
                    <a:cubicBezTo>
                      <a:pt x="28" y="32"/>
                      <a:pt x="19" y="31"/>
                      <a:pt x="15" y="26"/>
                    </a:cubicBezTo>
                    <a:cubicBezTo>
                      <a:pt x="12" y="23"/>
                      <a:pt x="6" y="23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12" y="47"/>
                      <a:pt x="25" y="48"/>
                      <a:pt x="36" y="48"/>
                    </a:cubicBezTo>
                    <a:cubicBezTo>
                      <a:pt x="37" y="48"/>
                      <a:pt x="37" y="48"/>
                      <a:pt x="37" y="48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2" name="ïślïḋé" descr="8d48f402-b287-4272-9232-7461b40dc075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5251453" y="3221748"/>
                <a:ext cx="123123" cy="350671"/>
              </a:xfrm>
              <a:custGeom>
                <a:avLst/>
                <a:gdLst>
                  <a:gd name="T0" fmla="*/ 17 w 39"/>
                  <a:gd name="T1" fmla="*/ 121 h 121"/>
                  <a:gd name="T2" fmla="*/ 22 w 39"/>
                  <a:gd name="T3" fmla="*/ 120 h 121"/>
                  <a:gd name="T4" fmla="*/ 24 w 39"/>
                  <a:gd name="T5" fmla="*/ 109 h 121"/>
                  <a:gd name="T6" fmla="*/ 21 w 39"/>
                  <a:gd name="T7" fmla="*/ 78 h 121"/>
                  <a:gd name="T8" fmla="*/ 26 w 39"/>
                  <a:gd name="T9" fmla="*/ 69 h 121"/>
                  <a:gd name="T10" fmla="*/ 31 w 39"/>
                  <a:gd name="T11" fmla="*/ 61 h 121"/>
                  <a:gd name="T12" fmla="*/ 28 w 39"/>
                  <a:gd name="T13" fmla="*/ 5 h 121"/>
                  <a:gd name="T14" fmla="*/ 17 w 39"/>
                  <a:gd name="T15" fmla="*/ 2 h 121"/>
                  <a:gd name="T16" fmla="*/ 14 w 39"/>
                  <a:gd name="T17" fmla="*/ 13 h 121"/>
                  <a:gd name="T18" fmla="*/ 16 w 39"/>
                  <a:gd name="T19" fmla="*/ 54 h 121"/>
                  <a:gd name="T20" fmla="*/ 12 w 39"/>
                  <a:gd name="T21" fmla="*/ 61 h 121"/>
                  <a:gd name="T22" fmla="*/ 7 w 39"/>
                  <a:gd name="T23" fmla="*/ 72 h 121"/>
                  <a:gd name="T24" fmla="*/ 10 w 39"/>
                  <a:gd name="T25" fmla="*/ 117 h 121"/>
                  <a:gd name="T26" fmla="*/ 17 w 39"/>
                  <a:gd name="T27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21">
                    <a:moveTo>
                      <a:pt x="17" y="121"/>
                    </a:moveTo>
                    <a:cubicBezTo>
                      <a:pt x="19" y="121"/>
                      <a:pt x="20" y="121"/>
                      <a:pt x="22" y="120"/>
                    </a:cubicBezTo>
                    <a:cubicBezTo>
                      <a:pt x="25" y="117"/>
                      <a:pt x="26" y="113"/>
                      <a:pt x="24" y="109"/>
                    </a:cubicBezTo>
                    <a:cubicBezTo>
                      <a:pt x="18" y="100"/>
                      <a:pt x="17" y="88"/>
                      <a:pt x="21" y="78"/>
                    </a:cubicBezTo>
                    <a:cubicBezTo>
                      <a:pt x="23" y="75"/>
                      <a:pt x="24" y="72"/>
                      <a:pt x="26" y="69"/>
                    </a:cubicBezTo>
                    <a:cubicBezTo>
                      <a:pt x="28" y="66"/>
                      <a:pt x="29" y="64"/>
                      <a:pt x="31" y="61"/>
                    </a:cubicBezTo>
                    <a:cubicBezTo>
                      <a:pt x="39" y="43"/>
                      <a:pt x="38" y="22"/>
                      <a:pt x="28" y="5"/>
                    </a:cubicBezTo>
                    <a:cubicBezTo>
                      <a:pt x="26" y="1"/>
                      <a:pt x="21" y="0"/>
                      <a:pt x="17" y="2"/>
                    </a:cubicBezTo>
                    <a:cubicBezTo>
                      <a:pt x="13" y="4"/>
                      <a:pt x="12" y="9"/>
                      <a:pt x="14" y="13"/>
                    </a:cubicBezTo>
                    <a:cubicBezTo>
                      <a:pt x="21" y="25"/>
                      <a:pt x="22" y="41"/>
                      <a:pt x="16" y="54"/>
                    </a:cubicBezTo>
                    <a:cubicBezTo>
                      <a:pt x="15" y="56"/>
                      <a:pt x="13" y="58"/>
                      <a:pt x="12" y="61"/>
                    </a:cubicBezTo>
                    <a:cubicBezTo>
                      <a:pt x="10" y="64"/>
                      <a:pt x="8" y="68"/>
                      <a:pt x="7" y="72"/>
                    </a:cubicBezTo>
                    <a:cubicBezTo>
                      <a:pt x="0" y="86"/>
                      <a:pt x="2" y="104"/>
                      <a:pt x="10" y="117"/>
                    </a:cubicBezTo>
                    <a:cubicBezTo>
                      <a:pt x="12" y="120"/>
                      <a:pt x="15" y="121"/>
                      <a:pt x="17" y="12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4" name="ïśļîḓé" descr="b32a91a0-ed39-46db-aac3-bd3884b4a47e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5713164" y="3291169"/>
                <a:ext cx="123123" cy="368471"/>
              </a:xfrm>
              <a:custGeom>
                <a:avLst/>
                <a:gdLst>
                  <a:gd name="T0" fmla="*/ 16 w 39"/>
                  <a:gd name="T1" fmla="*/ 93 h 127"/>
                  <a:gd name="T2" fmla="*/ 16 w 39"/>
                  <a:gd name="T3" fmla="*/ 117 h 127"/>
                  <a:gd name="T4" fmla="*/ 21 w 39"/>
                  <a:gd name="T5" fmla="*/ 127 h 127"/>
                  <a:gd name="T6" fmla="*/ 23 w 39"/>
                  <a:gd name="T7" fmla="*/ 127 h 127"/>
                  <a:gd name="T8" fmla="*/ 31 w 39"/>
                  <a:gd name="T9" fmla="*/ 122 h 127"/>
                  <a:gd name="T10" fmla="*/ 32 w 39"/>
                  <a:gd name="T11" fmla="*/ 88 h 127"/>
                  <a:gd name="T12" fmla="*/ 27 w 39"/>
                  <a:gd name="T13" fmla="*/ 77 h 127"/>
                  <a:gd name="T14" fmla="*/ 24 w 39"/>
                  <a:gd name="T15" fmla="*/ 70 h 127"/>
                  <a:gd name="T16" fmla="*/ 36 w 39"/>
                  <a:gd name="T17" fmla="*/ 15 h 127"/>
                  <a:gd name="T18" fmla="*/ 36 w 39"/>
                  <a:gd name="T19" fmla="*/ 4 h 127"/>
                  <a:gd name="T20" fmla="*/ 25 w 39"/>
                  <a:gd name="T21" fmla="*/ 4 h 127"/>
                  <a:gd name="T22" fmla="*/ 9 w 39"/>
                  <a:gd name="T23" fmla="*/ 76 h 127"/>
                  <a:gd name="T24" fmla="*/ 13 w 39"/>
                  <a:gd name="T25" fmla="*/ 84 h 127"/>
                  <a:gd name="T26" fmla="*/ 16 w 39"/>
                  <a:gd name="T27" fmla="*/ 9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27">
                    <a:moveTo>
                      <a:pt x="16" y="93"/>
                    </a:moveTo>
                    <a:cubicBezTo>
                      <a:pt x="19" y="101"/>
                      <a:pt x="18" y="109"/>
                      <a:pt x="16" y="117"/>
                    </a:cubicBezTo>
                    <a:cubicBezTo>
                      <a:pt x="14" y="121"/>
                      <a:pt x="16" y="125"/>
                      <a:pt x="21" y="127"/>
                    </a:cubicBezTo>
                    <a:cubicBezTo>
                      <a:pt x="21" y="127"/>
                      <a:pt x="22" y="127"/>
                      <a:pt x="23" y="127"/>
                    </a:cubicBezTo>
                    <a:cubicBezTo>
                      <a:pt x="27" y="127"/>
                      <a:pt x="30" y="125"/>
                      <a:pt x="31" y="122"/>
                    </a:cubicBezTo>
                    <a:cubicBezTo>
                      <a:pt x="35" y="111"/>
                      <a:pt x="35" y="99"/>
                      <a:pt x="32" y="88"/>
                    </a:cubicBezTo>
                    <a:cubicBezTo>
                      <a:pt x="30" y="84"/>
                      <a:pt x="29" y="81"/>
                      <a:pt x="27" y="77"/>
                    </a:cubicBezTo>
                    <a:cubicBezTo>
                      <a:pt x="26" y="75"/>
                      <a:pt x="25" y="72"/>
                      <a:pt x="24" y="70"/>
                    </a:cubicBezTo>
                    <a:cubicBezTo>
                      <a:pt x="18" y="52"/>
                      <a:pt x="22" y="29"/>
                      <a:pt x="36" y="15"/>
                    </a:cubicBezTo>
                    <a:cubicBezTo>
                      <a:pt x="39" y="12"/>
                      <a:pt x="39" y="7"/>
                      <a:pt x="36" y="4"/>
                    </a:cubicBezTo>
                    <a:cubicBezTo>
                      <a:pt x="33" y="0"/>
                      <a:pt x="28" y="1"/>
                      <a:pt x="25" y="4"/>
                    </a:cubicBezTo>
                    <a:cubicBezTo>
                      <a:pt x="6" y="22"/>
                      <a:pt x="0" y="51"/>
                      <a:pt x="9" y="76"/>
                    </a:cubicBezTo>
                    <a:cubicBezTo>
                      <a:pt x="10" y="79"/>
                      <a:pt x="11" y="81"/>
                      <a:pt x="13" y="84"/>
                    </a:cubicBezTo>
                    <a:cubicBezTo>
                      <a:pt x="14" y="87"/>
                      <a:pt x="15" y="90"/>
                      <a:pt x="16" y="93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5" name="îŝḻîḓé" descr="f3fecee7-afc7-4e84-95c1-379884058cb3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4953265" y="3389072"/>
                <a:ext cx="452093" cy="555376"/>
              </a:xfrm>
              <a:custGeom>
                <a:avLst/>
                <a:gdLst>
                  <a:gd name="T0" fmla="*/ 17 w 144"/>
                  <a:gd name="T1" fmla="*/ 119 h 191"/>
                  <a:gd name="T2" fmla="*/ 22 w 144"/>
                  <a:gd name="T3" fmla="*/ 122 h 191"/>
                  <a:gd name="T4" fmla="*/ 24 w 144"/>
                  <a:gd name="T5" fmla="*/ 161 h 191"/>
                  <a:gd name="T6" fmla="*/ 30 w 144"/>
                  <a:gd name="T7" fmla="*/ 165 h 191"/>
                  <a:gd name="T8" fmla="*/ 35 w 144"/>
                  <a:gd name="T9" fmla="*/ 164 h 191"/>
                  <a:gd name="T10" fmla="*/ 37 w 144"/>
                  <a:gd name="T11" fmla="*/ 153 h 191"/>
                  <a:gd name="T12" fmla="*/ 38 w 144"/>
                  <a:gd name="T13" fmla="*/ 128 h 191"/>
                  <a:gd name="T14" fmla="*/ 50 w 144"/>
                  <a:gd name="T15" fmla="*/ 129 h 191"/>
                  <a:gd name="T16" fmla="*/ 64 w 144"/>
                  <a:gd name="T17" fmla="*/ 125 h 191"/>
                  <a:gd name="T18" fmla="*/ 72 w 144"/>
                  <a:gd name="T19" fmla="*/ 122 h 191"/>
                  <a:gd name="T20" fmla="*/ 113 w 144"/>
                  <a:gd name="T21" fmla="*/ 138 h 191"/>
                  <a:gd name="T22" fmla="*/ 117 w 144"/>
                  <a:gd name="T23" fmla="*/ 143 h 191"/>
                  <a:gd name="T24" fmla="*/ 116 w 144"/>
                  <a:gd name="T25" fmla="*/ 143 h 191"/>
                  <a:gd name="T26" fmla="*/ 93 w 144"/>
                  <a:gd name="T27" fmla="*/ 171 h 191"/>
                  <a:gd name="T28" fmla="*/ 91 w 144"/>
                  <a:gd name="T29" fmla="*/ 182 h 191"/>
                  <a:gd name="T30" fmla="*/ 97 w 144"/>
                  <a:gd name="T31" fmla="*/ 186 h 191"/>
                  <a:gd name="T32" fmla="*/ 102 w 144"/>
                  <a:gd name="T33" fmla="*/ 184 h 191"/>
                  <a:gd name="T34" fmla="*/ 125 w 144"/>
                  <a:gd name="T35" fmla="*/ 161 h 191"/>
                  <a:gd name="T36" fmla="*/ 128 w 144"/>
                  <a:gd name="T37" fmla="*/ 183 h 191"/>
                  <a:gd name="T38" fmla="*/ 136 w 144"/>
                  <a:gd name="T39" fmla="*/ 191 h 191"/>
                  <a:gd name="T40" fmla="*/ 136 w 144"/>
                  <a:gd name="T41" fmla="*/ 191 h 191"/>
                  <a:gd name="T42" fmla="*/ 144 w 144"/>
                  <a:gd name="T43" fmla="*/ 183 h 191"/>
                  <a:gd name="T44" fmla="*/ 125 w 144"/>
                  <a:gd name="T45" fmla="*/ 127 h 191"/>
                  <a:gd name="T46" fmla="*/ 69 w 144"/>
                  <a:gd name="T47" fmla="*/ 107 h 191"/>
                  <a:gd name="T48" fmla="*/ 59 w 144"/>
                  <a:gd name="T49" fmla="*/ 110 h 191"/>
                  <a:gd name="T50" fmla="*/ 48 w 144"/>
                  <a:gd name="T51" fmla="*/ 113 h 191"/>
                  <a:gd name="T52" fmla="*/ 28 w 144"/>
                  <a:gd name="T53" fmla="*/ 106 h 191"/>
                  <a:gd name="T54" fmla="*/ 17 w 144"/>
                  <a:gd name="T55" fmla="*/ 88 h 191"/>
                  <a:gd name="T56" fmla="*/ 25 w 144"/>
                  <a:gd name="T57" fmla="*/ 60 h 191"/>
                  <a:gd name="T58" fmla="*/ 28 w 144"/>
                  <a:gd name="T59" fmla="*/ 51 h 191"/>
                  <a:gd name="T60" fmla="*/ 24 w 144"/>
                  <a:gd name="T61" fmla="*/ 3 h 191"/>
                  <a:gd name="T62" fmla="*/ 13 w 144"/>
                  <a:gd name="T63" fmla="*/ 3 h 191"/>
                  <a:gd name="T64" fmla="*/ 12 w 144"/>
                  <a:gd name="T65" fmla="*/ 14 h 191"/>
                  <a:gd name="T66" fmla="*/ 13 w 144"/>
                  <a:gd name="T67" fmla="*/ 45 h 191"/>
                  <a:gd name="T68" fmla="*/ 10 w 144"/>
                  <a:gd name="T69" fmla="*/ 54 h 191"/>
                  <a:gd name="T70" fmla="*/ 1 w 144"/>
                  <a:gd name="T71" fmla="*/ 89 h 191"/>
                  <a:gd name="T72" fmla="*/ 17 w 144"/>
                  <a:gd name="T73" fmla="*/ 119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4" h="191">
                    <a:moveTo>
                      <a:pt x="17" y="119"/>
                    </a:moveTo>
                    <a:cubicBezTo>
                      <a:pt x="19" y="120"/>
                      <a:pt x="21" y="121"/>
                      <a:pt x="22" y="122"/>
                    </a:cubicBezTo>
                    <a:cubicBezTo>
                      <a:pt x="16" y="134"/>
                      <a:pt x="16" y="150"/>
                      <a:pt x="24" y="161"/>
                    </a:cubicBezTo>
                    <a:cubicBezTo>
                      <a:pt x="25" y="164"/>
                      <a:pt x="28" y="165"/>
                      <a:pt x="30" y="165"/>
                    </a:cubicBezTo>
                    <a:cubicBezTo>
                      <a:pt x="32" y="165"/>
                      <a:pt x="33" y="165"/>
                      <a:pt x="35" y="164"/>
                    </a:cubicBezTo>
                    <a:cubicBezTo>
                      <a:pt x="39" y="162"/>
                      <a:pt x="40" y="157"/>
                      <a:pt x="37" y="153"/>
                    </a:cubicBezTo>
                    <a:cubicBezTo>
                      <a:pt x="33" y="145"/>
                      <a:pt x="33" y="135"/>
                      <a:pt x="38" y="128"/>
                    </a:cubicBezTo>
                    <a:cubicBezTo>
                      <a:pt x="42" y="129"/>
                      <a:pt x="46" y="129"/>
                      <a:pt x="50" y="129"/>
                    </a:cubicBezTo>
                    <a:cubicBezTo>
                      <a:pt x="55" y="128"/>
                      <a:pt x="59" y="126"/>
                      <a:pt x="64" y="125"/>
                    </a:cubicBezTo>
                    <a:cubicBezTo>
                      <a:pt x="67" y="124"/>
                      <a:pt x="69" y="123"/>
                      <a:pt x="72" y="122"/>
                    </a:cubicBezTo>
                    <a:cubicBezTo>
                      <a:pt x="86" y="120"/>
                      <a:pt x="103" y="126"/>
                      <a:pt x="113" y="138"/>
                    </a:cubicBezTo>
                    <a:cubicBezTo>
                      <a:pt x="114" y="139"/>
                      <a:pt x="116" y="141"/>
                      <a:pt x="117" y="143"/>
                    </a:cubicBezTo>
                    <a:cubicBezTo>
                      <a:pt x="117" y="143"/>
                      <a:pt x="117" y="143"/>
                      <a:pt x="116" y="143"/>
                    </a:cubicBezTo>
                    <a:cubicBezTo>
                      <a:pt x="111" y="154"/>
                      <a:pt x="103" y="164"/>
                      <a:pt x="93" y="171"/>
                    </a:cubicBezTo>
                    <a:cubicBezTo>
                      <a:pt x="89" y="174"/>
                      <a:pt x="88" y="179"/>
                      <a:pt x="91" y="182"/>
                    </a:cubicBezTo>
                    <a:cubicBezTo>
                      <a:pt x="92" y="185"/>
                      <a:pt x="95" y="186"/>
                      <a:pt x="97" y="186"/>
                    </a:cubicBezTo>
                    <a:cubicBezTo>
                      <a:pt x="99" y="186"/>
                      <a:pt x="101" y="185"/>
                      <a:pt x="102" y="184"/>
                    </a:cubicBezTo>
                    <a:cubicBezTo>
                      <a:pt x="111" y="178"/>
                      <a:pt x="119" y="170"/>
                      <a:pt x="125" y="161"/>
                    </a:cubicBezTo>
                    <a:cubicBezTo>
                      <a:pt x="127" y="168"/>
                      <a:pt x="128" y="175"/>
                      <a:pt x="128" y="183"/>
                    </a:cubicBezTo>
                    <a:cubicBezTo>
                      <a:pt x="128" y="187"/>
                      <a:pt x="132" y="191"/>
                      <a:pt x="136" y="191"/>
                    </a:cubicBezTo>
                    <a:cubicBezTo>
                      <a:pt x="136" y="191"/>
                      <a:pt x="136" y="191"/>
                      <a:pt x="136" y="191"/>
                    </a:cubicBezTo>
                    <a:cubicBezTo>
                      <a:pt x="141" y="191"/>
                      <a:pt x="144" y="188"/>
                      <a:pt x="144" y="183"/>
                    </a:cubicBezTo>
                    <a:cubicBezTo>
                      <a:pt x="144" y="162"/>
                      <a:pt x="138" y="142"/>
                      <a:pt x="125" y="127"/>
                    </a:cubicBezTo>
                    <a:cubicBezTo>
                      <a:pt x="111" y="111"/>
                      <a:pt x="89" y="103"/>
                      <a:pt x="69" y="107"/>
                    </a:cubicBezTo>
                    <a:cubicBezTo>
                      <a:pt x="65" y="107"/>
                      <a:pt x="62" y="109"/>
                      <a:pt x="59" y="110"/>
                    </a:cubicBezTo>
                    <a:cubicBezTo>
                      <a:pt x="55" y="111"/>
                      <a:pt x="51" y="112"/>
                      <a:pt x="48" y="113"/>
                    </a:cubicBezTo>
                    <a:cubicBezTo>
                      <a:pt x="41" y="113"/>
                      <a:pt x="34" y="111"/>
                      <a:pt x="28" y="106"/>
                    </a:cubicBezTo>
                    <a:cubicBezTo>
                      <a:pt x="21" y="101"/>
                      <a:pt x="18" y="95"/>
                      <a:pt x="17" y="88"/>
                    </a:cubicBezTo>
                    <a:cubicBezTo>
                      <a:pt x="17" y="79"/>
                      <a:pt x="21" y="70"/>
                      <a:pt x="25" y="60"/>
                    </a:cubicBezTo>
                    <a:cubicBezTo>
                      <a:pt x="26" y="57"/>
                      <a:pt x="27" y="54"/>
                      <a:pt x="28" y="51"/>
                    </a:cubicBezTo>
                    <a:cubicBezTo>
                      <a:pt x="36" y="31"/>
                      <a:pt x="34" y="14"/>
                      <a:pt x="24" y="3"/>
                    </a:cubicBezTo>
                    <a:cubicBezTo>
                      <a:pt x="21" y="0"/>
                      <a:pt x="16" y="0"/>
                      <a:pt x="13" y="3"/>
                    </a:cubicBezTo>
                    <a:cubicBezTo>
                      <a:pt x="9" y="6"/>
                      <a:pt x="9" y="11"/>
                      <a:pt x="12" y="14"/>
                    </a:cubicBezTo>
                    <a:cubicBezTo>
                      <a:pt x="20" y="23"/>
                      <a:pt x="16" y="39"/>
                      <a:pt x="13" y="45"/>
                    </a:cubicBezTo>
                    <a:cubicBezTo>
                      <a:pt x="12" y="48"/>
                      <a:pt x="11" y="51"/>
                      <a:pt x="10" y="54"/>
                    </a:cubicBezTo>
                    <a:cubicBezTo>
                      <a:pt x="5" y="65"/>
                      <a:pt x="0" y="76"/>
                      <a:pt x="1" y="89"/>
                    </a:cubicBezTo>
                    <a:cubicBezTo>
                      <a:pt x="2" y="100"/>
                      <a:pt x="8" y="111"/>
                      <a:pt x="17" y="11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6" name="îṡļïḑe" descr="ca031a89-f34e-4f97-b815-e0910488abc5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5661222" y="3960468"/>
                <a:ext cx="248170" cy="327529"/>
              </a:xfrm>
              <a:custGeom>
                <a:avLst/>
                <a:gdLst>
                  <a:gd name="T0" fmla="*/ 6 w 79"/>
                  <a:gd name="T1" fmla="*/ 75 h 113"/>
                  <a:gd name="T2" fmla="*/ 9 w 79"/>
                  <a:gd name="T3" fmla="*/ 76 h 113"/>
                  <a:gd name="T4" fmla="*/ 16 w 79"/>
                  <a:gd name="T5" fmla="*/ 72 h 113"/>
                  <a:gd name="T6" fmla="*/ 31 w 79"/>
                  <a:gd name="T7" fmla="*/ 55 h 113"/>
                  <a:gd name="T8" fmla="*/ 39 w 79"/>
                  <a:gd name="T9" fmla="*/ 52 h 113"/>
                  <a:gd name="T10" fmla="*/ 63 w 79"/>
                  <a:gd name="T11" fmla="*/ 110 h 113"/>
                  <a:gd name="T12" fmla="*/ 69 w 79"/>
                  <a:gd name="T13" fmla="*/ 113 h 113"/>
                  <a:gd name="T14" fmla="*/ 74 w 79"/>
                  <a:gd name="T15" fmla="*/ 111 h 113"/>
                  <a:gd name="T16" fmla="*/ 75 w 79"/>
                  <a:gd name="T17" fmla="*/ 100 h 113"/>
                  <a:gd name="T18" fmla="*/ 55 w 79"/>
                  <a:gd name="T19" fmla="*/ 46 h 113"/>
                  <a:gd name="T20" fmla="*/ 58 w 79"/>
                  <a:gd name="T21" fmla="*/ 44 h 113"/>
                  <a:gd name="T22" fmla="*/ 78 w 79"/>
                  <a:gd name="T23" fmla="*/ 12 h 113"/>
                  <a:gd name="T24" fmla="*/ 72 w 79"/>
                  <a:gd name="T25" fmla="*/ 2 h 113"/>
                  <a:gd name="T26" fmla="*/ 62 w 79"/>
                  <a:gd name="T27" fmla="*/ 7 h 113"/>
                  <a:gd name="T28" fmla="*/ 49 w 79"/>
                  <a:gd name="T29" fmla="*/ 30 h 113"/>
                  <a:gd name="T30" fmla="*/ 37 w 79"/>
                  <a:gd name="T31" fmla="*/ 36 h 113"/>
                  <a:gd name="T32" fmla="*/ 23 w 79"/>
                  <a:gd name="T33" fmla="*/ 41 h 113"/>
                  <a:gd name="T34" fmla="*/ 2 w 79"/>
                  <a:gd name="T35" fmla="*/ 65 h 113"/>
                  <a:gd name="T36" fmla="*/ 6 w 79"/>
                  <a:gd name="T37" fmla="*/ 75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9" h="113">
                    <a:moveTo>
                      <a:pt x="6" y="75"/>
                    </a:moveTo>
                    <a:cubicBezTo>
                      <a:pt x="7" y="76"/>
                      <a:pt x="8" y="76"/>
                      <a:pt x="9" y="76"/>
                    </a:cubicBezTo>
                    <a:cubicBezTo>
                      <a:pt x="12" y="76"/>
                      <a:pt x="15" y="75"/>
                      <a:pt x="16" y="72"/>
                    </a:cubicBezTo>
                    <a:cubicBezTo>
                      <a:pt x="20" y="64"/>
                      <a:pt x="25" y="58"/>
                      <a:pt x="31" y="55"/>
                    </a:cubicBezTo>
                    <a:cubicBezTo>
                      <a:pt x="33" y="54"/>
                      <a:pt x="36" y="53"/>
                      <a:pt x="39" y="52"/>
                    </a:cubicBezTo>
                    <a:cubicBezTo>
                      <a:pt x="40" y="75"/>
                      <a:pt x="53" y="99"/>
                      <a:pt x="63" y="110"/>
                    </a:cubicBezTo>
                    <a:cubicBezTo>
                      <a:pt x="64" y="112"/>
                      <a:pt x="66" y="113"/>
                      <a:pt x="69" y="113"/>
                    </a:cubicBezTo>
                    <a:cubicBezTo>
                      <a:pt x="71" y="113"/>
                      <a:pt x="72" y="113"/>
                      <a:pt x="74" y="111"/>
                    </a:cubicBezTo>
                    <a:cubicBezTo>
                      <a:pt x="77" y="108"/>
                      <a:pt x="78" y="103"/>
                      <a:pt x="75" y="100"/>
                    </a:cubicBezTo>
                    <a:cubicBezTo>
                      <a:pt x="66" y="89"/>
                      <a:pt x="54" y="64"/>
                      <a:pt x="55" y="46"/>
                    </a:cubicBezTo>
                    <a:cubicBezTo>
                      <a:pt x="56" y="45"/>
                      <a:pt x="57" y="44"/>
                      <a:pt x="58" y="44"/>
                    </a:cubicBezTo>
                    <a:cubicBezTo>
                      <a:pt x="70" y="36"/>
                      <a:pt x="75" y="21"/>
                      <a:pt x="78" y="12"/>
                    </a:cubicBezTo>
                    <a:cubicBezTo>
                      <a:pt x="79" y="7"/>
                      <a:pt x="76" y="3"/>
                      <a:pt x="72" y="2"/>
                    </a:cubicBezTo>
                    <a:cubicBezTo>
                      <a:pt x="68" y="0"/>
                      <a:pt x="63" y="3"/>
                      <a:pt x="62" y="7"/>
                    </a:cubicBezTo>
                    <a:cubicBezTo>
                      <a:pt x="59" y="19"/>
                      <a:pt x="55" y="27"/>
                      <a:pt x="49" y="30"/>
                    </a:cubicBezTo>
                    <a:cubicBezTo>
                      <a:pt x="45" y="33"/>
                      <a:pt x="41" y="34"/>
                      <a:pt x="37" y="36"/>
                    </a:cubicBezTo>
                    <a:cubicBezTo>
                      <a:pt x="32" y="37"/>
                      <a:pt x="27" y="39"/>
                      <a:pt x="23" y="41"/>
                    </a:cubicBezTo>
                    <a:cubicBezTo>
                      <a:pt x="14" y="46"/>
                      <a:pt x="7" y="54"/>
                      <a:pt x="2" y="65"/>
                    </a:cubicBezTo>
                    <a:cubicBezTo>
                      <a:pt x="0" y="69"/>
                      <a:pt x="2" y="73"/>
                      <a:pt x="6" y="75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7" name="íSlïḑé" descr="0fd636a8-91ab-44ba-9a82-f814470de89c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4683934" y="3974709"/>
                <a:ext cx="215465" cy="302609"/>
              </a:xfrm>
              <a:custGeom>
                <a:avLst/>
                <a:gdLst>
                  <a:gd name="T0" fmla="*/ 43 w 69"/>
                  <a:gd name="T1" fmla="*/ 94 h 104"/>
                  <a:gd name="T2" fmla="*/ 37 w 69"/>
                  <a:gd name="T3" fmla="*/ 83 h 104"/>
                  <a:gd name="T4" fmla="*/ 35 w 69"/>
                  <a:gd name="T5" fmla="*/ 81 h 104"/>
                  <a:gd name="T6" fmla="*/ 30 w 69"/>
                  <a:gd name="T7" fmla="*/ 58 h 104"/>
                  <a:gd name="T8" fmla="*/ 32 w 69"/>
                  <a:gd name="T9" fmla="*/ 41 h 104"/>
                  <a:gd name="T10" fmla="*/ 45 w 69"/>
                  <a:gd name="T11" fmla="*/ 43 h 104"/>
                  <a:gd name="T12" fmla="*/ 63 w 69"/>
                  <a:gd name="T13" fmla="*/ 39 h 104"/>
                  <a:gd name="T14" fmla="*/ 67 w 69"/>
                  <a:gd name="T15" fmla="*/ 29 h 104"/>
                  <a:gd name="T16" fmla="*/ 56 w 69"/>
                  <a:gd name="T17" fmla="*/ 24 h 104"/>
                  <a:gd name="T18" fmla="*/ 33 w 69"/>
                  <a:gd name="T19" fmla="*/ 24 h 104"/>
                  <a:gd name="T20" fmla="*/ 33 w 69"/>
                  <a:gd name="T21" fmla="*/ 24 h 104"/>
                  <a:gd name="T22" fmla="*/ 28 w 69"/>
                  <a:gd name="T23" fmla="*/ 21 h 104"/>
                  <a:gd name="T24" fmla="*/ 28 w 69"/>
                  <a:gd name="T25" fmla="*/ 21 h 104"/>
                  <a:gd name="T26" fmla="*/ 17 w 69"/>
                  <a:gd name="T27" fmla="*/ 7 h 104"/>
                  <a:gd name="T28" fmla="*/ 7 w 69"/>
                  <a:gd name="T29" fmla="*/ 1 h 104"/>
                  <a:gd name="T30" fmla="*/ 2 w 69"/>
                  <a:gd name="T31" fmla="*/ 12 h 104"/>
                  <a:gd name="T32" fmla="*/ 17 w 69"/>
                  <a:gd name="T33" fmla="*/ 33 h 104"/>
                  <a:gd name="T34" fmla="*/ 13 w 69"/>
                  <a:gd name="T35" fmla="*/ 57 h 104"/>
                  <a:gd name="T36" fmla="*/ 22 w 69"/>
                  <a:gd name="T37" fmla="*/ 89 h 104"/>
                  <a:gd name="T38" fmla="*/ 24 w 69"/>
                  <a:gd name="T39" fmla="*/ 93 h 104"/>
                  <a:gd name="T40" fmla="*/ 27 w 69"/>
                  <a:gd name="T41" fmla="*/ 98 h 104"/>
                  <a:gd name="T42" fmla="*/ 35 w 69"/>
                  <a:gd name="T43" fmla="*/ 104 h 104"/>
                  <a:gd name="T44" fmla="*/ 37 w 69"/>
                  <a:gd name="T45" fmla="*/ 104 h 104"/>
                  <a:gd name="T46" fmla="*/ 43 w 69"/>
                  <a:gd name="T47" fmla="*/ 9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9" h="104">
                    <a:moveTo>
                      <a:pt x="43" y="94"/>
                    </a:moveTo>
                    <a:cubicBezTo>
                      <a:pt x="42" y="90"/>
                      <a:pt x="39" y="86"/>
                      <a:pt x="37" y="83"/>
                    </a:cubicBezTo>
                    <a:cubicBezTo>
                      <a:pt x="36" y="82"/>
                      <a:pt x="36" y="81"/>
                      <a:pt x="35" y="81"/>
                    </a:cubicBezTo>
                    <a:cubicBezTo>
                      <a:pt x="30" y="73"/>
                      <a:pt x="29" y="64"/>
                      <a:pt x="30" y="58"/>
                    </a:cubicBezTo>
                    <a:cubicBezTo>
                      <a:pt x="30" y="52"/>
                      <a:pt x="31" y="46"/>
                      <a:pt x="32" y="41"/>
                    </a:cubicBezTo>
                    <a:cubicBezTo>
                      <a:pt x="36" y="42"/>
                      <a:pt x="40" y="43"/>
                      <a:pt x="45" y="43"/>
                    </a:cubicBezTo>
                    <a:cubicBezTo>
                      <a:pt x="51" y="43"/>
                      <a:pt x="57" y="42"/>
                      <a:pt x="63" y="39"/>
                    </a:cubicBezTo>
                    <a:cubicBezTo>
                      <a:pt x="67" y="37"/>
                      <a:pt x="69" y="33"/>
                      <a:pt x="67" y="29"/>
                    </a:cubicBezTo>
                    <a:cubicBezTo>
                      <a:pt x="65" y="24"/>
                      <a:pt x="60" y="23"/>
                      <a:pt x="56" y="24"/>
                    </a:cubicBezTo>
                    <a:cubicBezTo>
                      <a:pt x="49" y="27"/>
                      <a:pt x="40" y="27"/>
                      <a:pt x="33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2" y="23"/>
                      <a:pt x="30" y="22"/>
                      <a:pt x="28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3" y="18"/>
                      <a:pt x="19" y="12"/>
                      <a:pt x="17" y="7"/>
                    </a:cubicBezTo>
                    <a:cubicBezTo>
                      <a:pt x="16" y="2"/>
                      <a:pt x="11" y="0"/>
                      <a:pt x="7" y="1"/>
                    </a:cubicBezTo>
                    <a:cubicBezTo>
                      <a:pt x="3" y="3"/>
                      <a:pt x="0" y="7"/>
                      <a:pt x="2" y="12"/>
                    </a:cubicBezTo>
                    <a:cubicBezTo>
                      <a:pt x="4" y="20"/>
                      <a:pt x="10" y="28"/>
                      <a:pt x="17" y="33"/>
                    </a:cubicBezTo>
                    <a:cubicBezTo>
                      <a:pt x="15" y="41"/>
                      <a:pt x="14" y="49"/>
                      <a:pt x="13" y="57"/>
                    </a:cubicBezTo>
                    <a:cubicBezTo>
                      <a:pt x="13" y="70"/>
                      <a:pt x="16" y="81"/>
                      <a:pt x="22" y="89"/>
                    </a:cubicBezTo>
                    <a:cubicBezTo>
                      <a:pt x="22" y="91"/>
                      <a:pt x="23" y="92"/>
                      <a:pt x="24" y="93"/>
                    </a:cubicBezTo>
                    <a:cubicBezTo>
                      <a:pt x="25" y="95"/>
                      <a:pt x="27" y="97"/>
                      <a:pt x="27" y="98"/>
                    </a:cubicBezTo>
                    <a:cubicBezTo>
                      <a:pt x="28" y="102"/>
                      <a:pt x="31" y="104"/>
                      <a:pt x="35" y="104"/>
                    </a:cubicBezTo>
                    <a:cubicBezTo>
                      <a:pt x="36" y="104"/>
                      <a:pt x="36" y="104"/>
                      <a:pt x="37" y="104"/>
                    </a:cubicBezTo>
                    <a:cubicBezTo>
                      <a:pt x="41" y="103"/>
                      <a:pt x="44" y="98"/>
                      <a:pt x="43" y="94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8" name="iśļïḓè" descr="1b2f36f4-373f-4a0f-b13a-b2385ae8fa62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795514" y="4282658"/>
                <a:ext cx="126971" cy="404072"/>
              </a:xfrm>
              <a:custGeom>
                <a:avLst/>
                <a:gdLst>
                  <a:gd name="T0" fmla="*/ 18 w 40"/>
                  <a:gd name="T1" fmla="*/ 139 h 139"/>
                  <a:gd name="T2" fmla="*/ 23 w 40"/>
                  <a:gd name="T3" fmla="*/ 137 h 139"/>
                  <a:gd name="T4" fmla="*/ 24 w 40"/>
                  <a:gd name="T5" fmla="*/ 126 h 139"/>
                  <a:gd name="T6" fmla="*/ 16 w 40"/>
                  <a:gd name="T7" fmla="*/ 87 h 139"/>
                  <a:gd name="T8" fmla="*/ 18 w 40"/>
                  <a:gd name="T9" fmla="*/ 71 h 139"/>
                  <a:gd name="T10" fmla="*/ 23 w 40"/>
                  <a:gd name="T11" fmla="*/ 63 h 139"/>
                  <a:gd name="T12" fmla="*/ 26 w 40"/>
                  <a:gd name="T13" fmla="*/ 59 h 139"/>
                  <a:gd name="T14" fmla="*/ 37 w 40"/>
                  <a:gd name="T15" fmla="*/ 7 h 139"/>
                  <a:gd name="T16" fmla="*/ 28 w 40"/>
                  <a:gd name="T17" fmla="*/ 1 h 139"/>
                  <a:gd name="T18" fmla="*/ 21 w 40"/>
                  <a:gd name="T19" fmla="*/ 10 h 139"/>
                  <a:gd name="T20" fmla="*/ 13 w 40"/>
                  <a:gd name="T21" fmla="*/ 50 h 139"/>
                  <a:gd name="T22" fmla="*/ 10 w 40"/>
                  <a:gd name="T23" fmla="*/ 53 h 139"/>
                  <a:gd name="T24" fmla="*/ 3 w 40"/>
                  <a:gd name="T25" fmla="*/ 65 h 139"/>
                  <a:gd name="T26" fmla="*/ 0 w 40"/>
                  <a:gd name="T27" fmla="*/ 87 h 139"/>
                  <a:gd name="T28" fmla="*/ 11 w 40"/>
                  <a:gd name="T29" fmla="*/ 136 h 139"/>
                  <a:gd name="T30" fmla="*/ 18 w 40"/>
                  <a:gd name="T31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139">
                    <a:moveTo>
                      <a:pt x="18" y="139"/>
                    </a:moveTo>
                    <a:cubicBezTo>
                      <a:pt x="19" y="139"/>
                      <a:pt x="21" y="139"/>
                      <a:pt x="23" y="137"/>
                    </a:cubicBezTo>
                    <a:cubicBezTo>
                      <a:pt x="26" y="135"/>
                      <a:pt x="27" y="129"/>
                      <a:pt x="24" y="126"/>
                    </a:cubicBezTo>
                    <a:cubicBezTo>
                      <a:pt x="16" y="116"/>
                      <a:pt x="16" y="102"/>
                      <a:pt x="16" y="87"/>
                    </a:cubicBezTo>
                    <a:cubicBezTo>
                      <a:pt x="16" y="81"/>
                      <a:pt x="16" y="75"/>
                      <a:pt x="18" y="71"/>
                    </a:cubicBezTo>
                    <a:cubicBezTo>
                      <a:pt x="19" y="68"/>
                      <a:pt x="21" y="66"/>
                      <a:pt x="23" y="63"/>
                    </a:cubicBezTo>
                    <a:cubicBezTo>
                      <a:pt x="24" y="61"/>
                      <a:pt x="25" y="60"/>
                      <a:pt x="26" y="59"/>
                    </a:cubicBezTo>
                    <a:cubicBezTo>
                      <a:pt x="36" y="44"/>
                      <a:pt x="40" y="25"/>
                      <a:pt x="37" y="7"/>
                    </a:cubicBezTo>
                    <a:cubicBezTo>
                      <a:pt x="36" y="3"/>
                      <a:pt x="32" y="0"/>
                      <a:pt x="28" y="1"/>
                    </a:cubicBezTo>
                    <a:cubicBezTo>
                      <a:pt x="23" y="2"/>
                      <a:pt x="20" y="6"/>
                      <a:pt x="21" y="10"/>
                    </a:cubicBezTo>
                    <a:cubicBezTo>
                      <a:pt x="24" y="24"/>
                      <a:pt x="21" y="38"/>
                      <a:pt x="13" y="50"/>
                    </a:cubicBezTo>
                    <a:cubicBezTo>
                      <a:pt x="12" y="51"/>
                      <a:pt x="11" y="52"/>
                      <a:pt x="10" y="53"/>
                    </a:cubicBezTo>
                    <a:cubicBezTo>
                      <a:pt x="8" y="56"/>
                      <a:pt x="5" y="60"/>
                      <a:pt x="3" y="65"/>
                    </a:cubicBezTo>
                    <a:cubicBezTo>
                      <a:pt x="0" y="72"/>
                      <a:pt x="0" y="80"/>
                      <a:pt x="0" y="87"/>
                    </a:cubicBezTo>
                    <a:cubicBezTo>
                      <a:pt x="0" y="105"/>
                      <a:pt x="0" y="122"/>
                      <a:pt x="11" y="136"/>
                    </a:cubicBezTo>
                    <a:cubicBezTo>
                      <a:pt x="13" y="138"/>
                      <a:pt x="15" y="139"/>
                      <a:pt x="18" y="13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79" name="íṡ1íďé" descr="cd9528a8-f371-4fef-91b8-177f0f18bba1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4822447" y="4649348"/>
                <a:ext cx="611767" cy="633698"/>
              </a:xfrm>
              <a:custGeom>
                <a:avLst/>
                <a:gdLst>
                  <a:gd name="T0" fmla="*/ 103 w 195"/>
                  <a:gd name="T1" fmla="*/ 133 h 218"/>
                  <a:gd name="T2" fmla="*/ 106 w 195"/>
                  <a:gd name="T3" fmla="*/ 137 h 218"/>
                  <a:gd name="T4" fmla="*/ 162 w 195"/>
                  <a:gd name="T5" fmla="*/ 170 h 218"/>
                  <a:gd name="T6" fmla="*/ 162 w 195"/>
                  <a:gd name="T7" fmla="*/ 171 h 218"/>
                  <a:gd name="T8" fmla="*/ 179 w 195"/>
                  <a:gd name="T9" fmla="*/ 214 h 218"/>
                  <a:gd name="T10" fmla="*/ 185 w 195"/>
                  <a:gd name="T11" fmla="*/ 218 h 218"/>
                  <a:gd name="T12" fmla="*/ 190 w 195"/>
                  <a:gd name="T13" fmla="*/ 217 h 218"/>
                  <a:gd name="T14" fmla="*/ 192 w 195"/>
                  <a:gd name="T15" fmla="*/ 206 h 218"/>
                  <a:gd name="T16" fmla="*/ 178 w 195"/>
                  <a:gd name="T17" fmla="*/ 169 h 218"/>
                  <a:gd name="T18" fmla="*/ 188 w 195"/>
                  <a:gd name="T19" fmla="*/ 136 h 218"/>
                  <a:gd name="T20" fmla="*/ 189 w 195"/>
                  <a:gd name="T21" fmla="*/ 125 h 218"/>
                  <a:gd name="T22" fmla="*/ 177 w 195"/>
                  <a:gd name="T23" fmla="*/ 124 h 218"/>
                  <a:gd name="T24" fmla="*/ 162 w 195"/>
                  <a:gd name="T25" fmla="*/ 154 h 218"/>
                  <a:gd name="T26" fmla="*/ 118 w 195"/>
                  <a:gd name="T27" fmla="*/ 127 h 218"/>
                  <a:gd name="T28" fmla="*/ 115 w 195"/>
                  <a:gd name="T29" fmla="*/ 123 h 218"/>
                  <a:gd name="T30" fmla="*/ 85 w 195"/>
                  <a:gd name="T31" fmla="*/ 101 h 218"/>
                  <a:gd name="T32" fmla="*/ 72 w 195"/>
                  <a:gd name="T33" fmla="*/ 102 h 218"/>
                  <a:gd name="T34" fmla="*/ 65 w 195"/>
                  <a:gd name="T35" fmla="*/ 103 h 218"/>
                  <a:gd name="T36" fmla="*/ 62 w 195"/>
                  <a:gd name="T37" fmla="*/ 102 h 218"/>
                  <a:gd name="T38" fmla="*/ 57 w 195"/>
                  <a:gd name="T39" fmla="*/ 94 h 218"/>
                  <a:gd name="T40" fmla="*/ 51 w 195"/>
                  <a:gd name="T41" fmla="*/ 82 h 218"/>
                  <a:gd name="T42" fmla="*/ 50 w 195"/>
                  <a:gd name="T43" fmla="*/ 81 h 218"/>
                  <a:gd name="T44" fmla="*/ 49 w 195"/>
                  <a:gd name="T45" fmla="*/ 79 h 218"/>
                  <a:gd name="T46" fmla="*/ 45 w 195"/>
                  <a:gd name="T47" fmla="*/ 45 h 218"/>
                  <a:gd name="T48" fmla="*/ 66 w 195"/>
                  <a:gd name="T49" fmla="*/ 18 h 218"/>
                  <a:gd name="T50" fmla="*/ 73 w 195"/>
                  <a:gd name="T51" fmla="*/ 15 h 218"/>
                  <a:gd name="T52" fmla="*/ 71 w 195"/>
                  <a:gd name="T53" fmla="*/ 4 h 218"/>
                  <a:gd name="T54" fmla="*/ 58 w 195"/>
                  <a:gd name="T55" fmla="*/ 4 h 218"/>
                  <a:gd name="T56" fmla="*/ 30 w 195"/>
                  <a:gd name="T57" fmla="*/ 41 h 218"/>
                  <a:gd name="T58" fmla="*/ 29 w 195"/>
                  <a:gd name="T59" fmla="*/ 71 h 218"/>
                  <a:gd name="T60" fmla="*/ 15 w 195"/>
                  <a:gd name="T61" fmla="*/ 65 h 218"/>
                  <a:gd name="T62" fmla="*/ 4 w 195"/>
                  <a:gd name="T63" fmla="*/ 63 h 218"/>
                  <a:gd name="T64" fmla="*/ 2 w 195"/>
                  <a:gd name="T65" fmla="*/ 74 h 218"/>
                  <a:gd name="T66" fmla="*/ 25 w 195"/>
                  <a:gd name="T67" fmla="*/ 87 h 218"/>
                  <a:gd name="T68" fmla="*/ 39 w 195"/>
                  <a:gd name="T69" fmla="*/ 93 h 218"/>
                  <a:gd name="T70" fmla="*/ 43 w 195"/>
                  <a:gd name="T71" fmla="*/ 101 h 218"/>
                  <a:gd name="T72" fmla="*/ 49 w 195"/>
                  <a:gd name="T73" fmla="*/ 112 h 218"/>
                  <a:gd name="T74" fmla="*/ 40 w 195"/>
                  <a:gd name="T75" fmla="*/ 174 h 218"/>
                  <a:gd name="T76" fmla="*/ 48 w 195"/>
                  <a:gd name="T77" fmla="*/ 180 h 218"/>
                  <a:gd name="T78" fmla="*/ 50 w 195"/>
                  <a:gd name="T79" fmla="*/ 180 h 218"/>
                  <a:gd name="T80" fmla="*/ 56 w 195"/>
                  <a:gd name="T81" fmla="*/ 170 h 218"/>
                  <a:gd name="T82" fmla="*/ 64 w 195"/>
                  <a:gd name="T83" fmla="*/ 119 h 218"/>
                  <a:gd name="T84" fmla="*/ 75 w 195"/>
                  <a:gd name="T85" fmla="*/ 118 h 218"/>
                  <a:gd name="T86" fmla="*/ 84 w 195"/>
                  <a:gd name="T87" fmla="*/ 117 h 218"/>
                  <a:gd name="T88" fmla="*/ 103 w 195"/>
                  <a:gd name="T89" fmla="*/ 13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5" h="218">
                    <a:moveTo>
                      <a:pt x="103" y="133"/>
                    </a:moveTo>
                    <a:cubicBezTo>
                      <a:pt x="104" y="135"/>
                      <a:pt x="105" y="136"/>
                      <a:pt x="106" y="137"/>
                    </a:cubicBezTo>
                    <a:cubicBezTo>
                      <a:pt x="116" y="150"/>
                      <a:pt x="140" y="169"/>
                      <a:pt x="162" y="170"/>
                    </a:cubicBezTo>
                    <a:cubicBezTo>
                      <a:pt x="162" y="170"/>
                      <a:pt x="162" y="170"/>
                      <a:pt x="162" y="171"/>
                    </a:cubicBezTo>
                    <a:cubicBezTo>
                      <a:pt x="164" y="187"/>
                      <a:pt x="171" y="202"/>
                      <a:pt x="179" y="214"/>
                    </a:cubicBezTo>
                    <a:cubicBezTo>
                      <a:pt x="180" y="217"/>
                      <a:pt x="183" y="218"/>
                      <a:pt x="185" y="218"/>
                    </a:cubicBezTo>
                    <a:cubicBezTo>
                      <a:pt x="187" y="218"/>
                      <a:pt x="188" y="218"/>
                      <a:pt x="190" y="217"/>
                    </a:cubicBezTo>
                    <a:cubicBezTo>
                      <a:pt x="193" y="215"/>
                      <a:pt x="195" y="210"/>
                      <a:pt x="192" y="206"/>
                    </a:cubicBezTo>
                    <a:cubicBezTo>
                      <a:pt x="186" y="195"/>
                      <a:pt x="179" y="182"/>
                      <a:pt x="178" y="169"/>
                    </a:cubicBezTo>
                    <a:cubicBezTo>
                      <a:pt x="176" y="156"/>
                      <a:pt x="180" y="143"/>
                      <a:pt x="188" y="136"/>
                    </a:cubicBezTo>
                    <a:cubicBezTo>
                      <a:pt x="192" y="133"/>
                      <a:pt x="192" y="128"/>
                      <a:pt x="189" y="125"/>
                    </a:cubicBezTo>
                    <a:cubicBezTo>
                      <a:pt x="186" y="121"/>
                      <a:pt x="181" y="121"/>
                      <a:pt x="177" y="124"/>
                    </a:cubicBezTo>
                    <a:cubicBezTo>
                      <a:pt x="169" y="131"/>
                      <a:pt x="164" y="142"/>
                      <a:pt x="162" y="154"/>
                    </a:cubicBezTo>
                    <a:cubicBezTo>
                      <a:pt x="148" y="153"/>
                      <a:pt x="129" y="140"/>
                      <a:pt x="118" y="127"/>
                    </a:cubicBezTo>
                    <a:cubicBezTo>
                      <a:pt x="117" y="126"/>
                      <a:pt x="116" y="125"/>
                      <a:pt x="115" y="123"/>
                    </a:cubicBezTo>
                    <a:cubicBezTo>
                      <a:pt x="108" y="114"/>
                      <a:pt x="99" y="102"/>
                      <a:pt x="85" y="101"/>
                    </a:cubicBezTo>
                    <a:cubicBezTo>
                      <a:pt x="80" y="101"/>
                      <a:pt x="76" y="102"/>
                      <a:pt x="72" y="102"/>
                    </a:cubicBezTo>
                    <a:cubicBezTo>
                      <a:pt x="69" y="103"/>
                      <a:pt x="67" y="103"/>
                      <a:pt x="65" y="103"/>
                    </a:cubicBezTo>
                    <a:cubicBezTo>
                      <a:pt x="64" y="102"/>
                      <a:pt x="63" y="102"/>
                      <a:pt x="62" y="102"/>
                    </a:cubicBezTo>
                    <a:cubicBezTo>
                      <a:pt x="60" y="100"/>
                      <a:pt x="59" y="98"/>
                      <a:pt x="57" y="94"/>
                    </a:cubicBezTo>
                    <a:cubicBezTo>
                      <a:pt x="56" y="90"/>
                      <a:pt x="54" y="86"/>
                      <a:pt x="51" y="82"/>
                    </a:cubicBezTo>
                    <a:cubicBezTo>
                      <a:pt x="50" y="82"/>
                      <a:pt x="50" y="82"/>
                      <a:pt x="50" y="81"/>
                    </a:cubicBezTo>
                    <a:cubicBezTo>
                      <a:pt x="50" y="81"/>
                      <a:pt x="49" y="80"/>
                      <a:pt x="49" y="79"/>
                    </a:cubicBezTo>
                    <a:cubicBezTo>
                      <a:pt x="43" y="69"/>
                      <a:pt x="42" y="56"/>
                      <a:pt x="45" y="45"/>
                    </a:cubicBezTo>
                    <a:cubicBezTo>
                      <a:pt x="49" y="34"/>
                      <a:pt x="56" y="24"/>
                      <a:pt x="66" y="18"/>
                    </a:cubicBezTo>
                    <a:cubicBezTo>
                      <a:pt x="68" y="19"/>
                      <a:pt x="71" y="17"/>
                      <a:pt x="73" y="15"/>
                    </a:cubicBezTo>
                    <a:cubicBezTo>
                      <a:pt x="76" y="11"/>
                      <a:pt x="75" y="6"/>
                      <a:pt x="71" y="4"/>
                    </a:cubicBezTo>
                    <a:cubicBezTo>
                      <a:pt x="69" y="2"/>
                      <a:pt x="64" y="0"/>
                      <a:pt x="58" y="4"/>
                    </a:cubicBezTo>
                    <a:cubicBezTo>
                      <a:pt x="45" y="12"/>
                      <a:pt x="34" y="25"/>
                      <a:pt x="30" y="41"/>
                    </a:cubicBezTo>
                    <a:cubicBezTo>
                      <a:pt x="27" y="51"/>
                      <a:pt x="27" y="61"/>
                      <a:pt x="29" y="71"/>
                    </a:cubicBezTo>
                    <a:cubicBezTo>
                      <a:pt x="23" y="70"/>
                      <a:pt x="18" y="68"/>
                      <a:pt x="15" y="65"/>
                    </a:cubicBezTo>
                    <a:cubicBezTo>
                      <a:pt x="13" y="61"/>
                      <a:pt x="8" y="60"/>
                      <a:pt x="4" y="63"/>
                    </a:cubicBezTo>
                    <a:cubicBezTo>
                      <a:pt x="1" y="65"/>
                      <a:pt x="0" y="70"/>
                      <a:pt x="2" y="74"/>
                    </a:cubicBezTo>
                    <a:cubicBezTo>
                      <a:pt x="8" y="82"/>
                      <a:pt x="17" y="85"/>
                      <a:pt x="25" y="87"/>
                    </a:cubicBezTo>
                    <a:cubicBezTo>
                      <a:pt x="31" y="88"/>
                      <a:pt x="36" y="90"/>
                      <a:pt x="39" y="93"/>
                    </a:cubicBezTo>
                    <a:cubicBezTo>
                      <a:pt x="40" y="95"/>
                      <a:pt x="41" y="98"/>
                      <a:pt x="43" y="101"/>
                    </a:cubicBezTo>
                    <a:cubicBezTo>
                      <a:pt x="44" y="104"/>
                      <a:pt x="46" y="109"/>
                      <a:pt x="49" y="112"/>
                    </a:cubicBezTo>
                    <a:cubicBezTo>
                      <a:pt x="38" y="131"/>
                      <a:pt x="35" y="153"/>
                      <a:pt x="40" y="174"/>
                    </a:cubicBezTo>
                    <a:cubicBezTo>
                      <a:pt x="41" y="178"/>
                      <a:pt x="44" y="180"/>
                      <a:pt x="48" y="180"/>
                    </a:cubicBezTo>
                    <a:cubicBezTo>
                      <a:pt x="49" y="180"/>
                      <a:pt x="49" y="180"/>
                      <a:pt x="50" y="180"/>
                    </a:cubicBezTo>
                    <a:cubicBezTo>
                      <a:pt x="54" y="179"/>
                      <a:pt x="57" y="175"/>
                      <a:pt x="56" y="170"/>
                    </a:cubicBezTo>
                    <a:cubicBezTo>
                      <a:pt x="52" y="153"/>
                      <a:pt x="55" y="134"/>
                      <a:pt x="64" y="119"/>
                    </a:cubicBezTo>
                    <a:cubicBezTo>
                      <a:pt x="68" y="119"/>
                      <a:pt x="72" y="119"/>
                      <a:pt x="75" y="118"/>
                    </a:cubicBezTo>
                    <a:cubicBezTo>
                      <a:pt x="78" y="118"/>
                      <a:pt x="81" y="117"/>
                      <a:pt x="84" y="117"/>
                    </a:cubicBezTo>
                    <a:cubicBezTo>
                      <a:pt x="91" y="118"/>
                      <a:pt x="96" y="125"/>
                      <a:pt x="103" y="133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0" name="ïṩľiḍê" descr="75d5c833-d60d-483f-a4bd-27df209757ca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5538099" y="5352468"/>
                <a:ext cx="380912" cy="224286"/>
              </a:xfrm>
              <a:custGeom>
                <a:avLst/>
                <a:gdLst>
                  <a:gd name="T0" fmla="*/ 64 w 121"/>
                  <a:gd name="T1" fmla="*/ 27 h 77"/>
                  <a:gd name="T2" fmla="*/ 56 w 121"/>
                  <a:gd name="T3" fmla="*/ 22 h 77"/>
                  <a:gd name="T4" fmla="*/ 45 w 121"/>
                  <a:gd name="T5" fmla="*/ 15 h 77"/>
                  <a:gd name="T6" fmla="*/ 17 w 121"/>
                  <a:gd name="T7" fmla="*/ 17 h 77"/>
                  <a:gd name="T8" fmla="*/ 12 w 121"/>
                  <a:gd name="T9" fmla="*/ 20 h 77"/>
                  <a:gd name="T10" fmla="*/ 7 w 121"/>
                  <a:gd name="T11" fmla="*/ 24 h 77"/>
                  <a:gd name="T12" fmla="*/ 2 w 121"/>
                  <a:gd name="T13" fmla="*/ 34 h 77"/>
                  <a:gd name="T14" fmla="*/ 12 w 121"/>
                  <a:gd name="T15" fmla="*/ 39 h 77"/>
                  <a:gd name="T16" fmla="*/ 22 w 121"/>
                  <a:gd name="T17" fmla="*/ 33 h 77"/>
                  <a:gd name="T18" fmla="*/ 26 w 121"/>
                  <a:gd name="T19" fmla="*/ 30 h 77"/>
                  <a:gd name="T20" fmla="*/ 39 w 121"/>
                  <a:gd name="T21" fmla="*/ 29 h 77"/>
                  <a:gd name="T22" fmla="*/ 46 w 121"/>
                  <a:gd name="T23" fmla="*/ 34 h 77"/>
                  <a:gd name="T24" fmla="*/ 59 w 121"/>
                  <a:gd name="T25" fmla="*/ 42 h 77"/>
                  <a:gd name="T26" fmla="*/ 61 w 121"/>
                  <a:gd name="T27" fmla="*/ 43 h 77"/>
                  <a:gd name="T28" fmla="*/ 81 w 121"/>
                  <a:gd name="T29" fmla="*/ 76 h 77"/>
                  <a:gd name="T30" fmla="*/ 85 w 121"/>
                  <a:gd name="T31" fmla="*/ 77 h 77"/>
                  <a:gd name="T32" fmla="*/ 92 w 121"/>
                  <a:gd name="T33" fmla="*/ 73 h 77"/>
                  <a:gd name="T34" fmla="*/ 90 w 121"/>
                  <a:gd name="T35" fmla="*/ 62 h 77"/>
                  <a:gd name="T36" fmla="*/ 77 w 121"/>
                  <a:gd name="T37" fmla="*/ 42 h 77"/>
                  <a:gd name="T38" fmla="*/ 94 w 121"/>
                  <a:gd name="T39" fmla="*/ 34 h 77"/>
                  <a:gd name="T40" fmla="*/ 103 w 121"/>
                  <a:gd name="T41" fmla="*/ 26 h 77"/>
                  <a:gd name="T42" fmla="*/ 116 w 121"/>
                  <a:gd name="T43" fmla="*/ 16 h 77"/>
                  <a:gd name="T44" fmla="*/ 119 w 121"/>
                  <a:gd name="T45" fmla="*/ 5 h 77"/>
                  <a:gd name="T46" fmla="*/ 107 w 121"/>
                  <a:gd name="T47" fmla="*/ 2 h 77"/>
                  <a:gd name="T48" fmla="*/ 92 w 121"/>
                  <a:gd name="T49" fmla="*/ 14 h 77"/>
                  <a:gd name="T50" fmla="*/ 84 w 121"/>
                  <a:gd name="T51" fmla="*/ 21 h 77"/>
                  <a:gd name="T52" fmla="*/ 64 w 121"/>
                  <a:gd name="T53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1" h="77">
                    <a:moveTo>
                      <a:pt x="64" y="27"/>
                    </a:moveTo>
                    <a:cubicBezTo>
                      <a:pt x="61" y="26"/>
                      <a:pt x="59" y="24"/>
                      <a:pt x="56" y="22"/>
                    </a:cubicBezTo>
                    <a:cubicBezTo>
                      <a:pt x="53" y="19"/>
                      <a:pt x="49" y="16"/>
                      <a:pt x="45" y="15"/>
                    </a:cubicBezTo>
                    <a:cubicBezTo>
                      <a:pt x="36" y="11"/>
                      <a:pt x="25" y="11"/>
                      <a:pt x="17" y="17"/>
                    </a:cubicBezTo>
                    <a:cubicBezTo>
                      <a:pt x="15" y="18"/>
                      <a:pt x="14" y="19"/>
                      <a:pt x="12" y="20"/>
                    </a:cubicBezTo>
                    <a:cubicBezTo>
                      <a:pt x="10" y="22"/>
                      <a:pt x="9" y="23"/>
                      <a:pt x="7" y="24"/>
                    </a:cubicBezTo>
                    <a:cubicBezTo>
                      <a:pt x="3" y="25"/>
                      <a:pt x="0" y="29"/>
                      <a:pt x="2" y="34"/>
                    </a:cubicBezTo>
                    <a:cubicBezTo>
                      <a:pt x="3" y="38"/>
                      <a:pt x="7" y="40"/>
                      <a:pt x="12" y="39"/>
                    </a:cubicBezTo>
                    <a:cubicBezTo>
                      <a:pt x="16" y="38"/>
                      <a:pt x="20" y="35"/>
                      <a:pt x="22" y="33"/>
                    </a:cubicBezTo>
                    <a:cubicBezTo>
                      <a:pt x="24" y="32"/>
                      <a:pt x="25" y="31"/>
                      <a:pt x="26" y="30"/>
                    </a:cubicBezTo>
                    <a:cubicBezTo>
                      <a:pt x="29" y="28"/>
                      <a:pt x="34" y="27"/>
                      <a:pt x="39" y="29"/>
                    </a:cubicBezTo>
                    <a:cubicBezTo>
                      <a:pt x="41" y="30"/>
                      <a:pt x="43" y="32"/>
                      <a:pt x="46" y="34"/>
                    </a:cubicBezTo>
                    <a:cubicBezTo>
                      <a:pt x="50" y="37"/>
                      <a:pt x="54" y="40"/>
                      <a:pt x="59" y="42"/>
                    </a:cubicBezTo>
                    <a:cubicBezTo>
                      <a:pt x="59" y="42"/>
                      <a:pt x="60" y="43"/>
                      <a:pt x="61" y="43"/>
                    </a:cubicBezTo>
                    <a:cubicBezTo>
                      <a:pt x="62" y="56"/>
                      <a:pt x="73" y="71"/>
                      <a:pt x="81" y="76"/>
                    </a:cubicBezTo>
                    <a:cubicBezTo>
                      <a:pt x="82" y="77"/>
                      <a:pt x="84" y="77"/>
                      <a:pt x="85" y="77"/>
                    </a:cubicBezTo>
                    <a:cubicBezTo>
                      <a:pt x="88" y="77"/>
                      <a:pt x="90" y="76"/>
                      <a:pt x="92" y="73"/>
                    </a:cubicBezTo>
                    <a:cubicBezTo>
                      <a:pt x="94" y="70"/>
                      <a:pt x="93" y="65"/>
                      <a:pt x="90" y="62"/>
                    </a:cubicBezTo>
                    <a:cubicBezTo>
                      <a:pt x="85" y="59"/>
                      <a:pt x="78" y="48"/>
                      <a:pt x="77" y="42"/>
                    </a:cubicBezTo>
                    <a:cubicBezTo>
                      <a:pt x="83" y="41"/>
                      <a:pt x="88" y="38"/>
                      <a:pt x="94" y="34"/>
                    </a:cubicBezTo>
                    <a:cubicBezTo>
                      <a:pt x="97" y="32"/>
                      <a:pt x="100" y="29"/>
                      <a:pt x="103" y="26"/>
                    </a:cubicBezTo>
                    <a:cubicBezTo>
                      <a:pt x="107" y="22"/>
                      <a:pt x="111" y="19"/>
                      <a:pt x="116" y="16"/>
                    </a:cubicBezTo>
                    <a:cubicBezTo>
                      <a:pt x="119" y="14"/>
                      <a:pt x="121" y="9"/>
                      <a:pt x="119" y="5"/>
                    </a:cubicBezTo>
                    <a:cubicBezTo>
                      <a:pt x="116" y="1"/>
                      <a:pt x="111" y="0"/>
                      <a:pt x="107" y="2"/>
                    </a:cubicBezTo>
                    <a:cubicBezTo>
                      <a:pt x="102" y="6"/>
                      <a:pt x="97" y="10"/>
                      <a:pt x="92" y="14"/>
                    </a:cubicBezTo>
                    <a:cubicBezTo>
                      <a:pt x="89" y="17"/>
                      <a:pt x="87" y="19"/>
                      <a:pt x="84" y="21"/>
                    </a:cubicBezTo>
                    <a:cubicBezTo>
                      <a:pt x="80" y="24"/>
                      <a:pt x="72" y="30"/>
                      <a:pt x="64" y="27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1" name="ïṧḻíďê" descr="b723fe28-853c-4bff-8b5f-a2f88be5ccf3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972503" y="4232816"/>
                <a:ext cx="911879" cy="936307"/>
              </a:xfrm>
              <a:custGeom>
                <a:avLst/>
                <a:gdLst>
                  <a:gd name="T0" fmla="*/ 240 w 290"/>
                  <a:gd name="T1" fmla="*/ 187 h 322"/>
                  <a:gd name="T2" fmla="*/ 219 w 290"/>
                  <a:gd name="T3" fmla="*/ 143 h 322"/>
                  <a:gd name="T4" fmla="*/ 222 w 290"/>
                  <a:gd name="T5" fmla="*/ 142 h 322"/>
                  <a:gd name="T6" fmla="*/ 255 w 290"/>
                  <a:gd name="T7" fmla="*/ 117 h 322"/>
                  <a:gd name="T8" fmla="*/ 214 w 290"/>
                  <a:gd name="T9" fmla="*/ 125 h 322"/>
                  <a:gd name="T10" fmla="*/ 153 w 290"/>
                  <a:gd name="T11" fmla="*/ 85 h 322"/>
                  <a:gd name="T12" fmla="*/ 60 w 290"/>
                  <a:gd name="T13" fmla="*/ 62 h 322"/>
                  <a:gd name="T14" fmla="*/ 41 w 290"/>
                  <a:gd name="T15" fmla="*/ 0 h 322"/>
                  <a:gd name="T16" fmla="*/ 42 w 290"/>
                  <a:gd name="T17" fmla="*/ 56 h 322"/>
                  <a:gd name="T18" fmla="*/ 29 w 290"/>
                  <a:gd name="T19" fmla="*/ 55 h 322"/>
                  <a:gd name="T20" fmla="*/ 16 w 290"/>
                  <a:gd name="T21" fmla="*/ 53 h 322"/>
                  <a:gd name="T22" fmla="*/ 2 w 290"/>
                  <a:gd name="T23" fmla="*/ 61 h 322"/>
                  <a:gd name="T24" fmla="*/ 30 w 290"/>
                  <a:gd name="T25" fmla="*/ 71 h 322"/>
                  <a:gd name="T26" fmla="*/ 50 w 290"/>
                  <a:gd name="T27" fmla="*/ 76 h 322"/>
                  <a:gd name="T28" fmla="*/ 89 w 290"/>
                  <a:gd name="T29" fmla="*/ 87 h 322"/>
                  <a:gd name="T30" fmla="*/ 112 w 290"/>
                  <a:gd name="T31" fmla="*/ 142 h 322"/>
                  <a:gd name="T32" fmla="*/ 130 w 290"/>
                  <a:gd name="T33" fmla="*/ 218 h 322"/>
                  <a:gd name="T34" fmla="*/ 144 w 290"/>
                  <a:gd name="T35" fmla="*/ 237 h 322"/>
                  <a:gd name="T36" fmla="*/ 194 w 290"/>
                  <a:gd name="T37" fmla="*/ 275 h 322"/>
                  <a:gd name="T38" fmla="*/ 237 w 290"/>
                  <a:gd name="T39" fmla="*/ 315 h 322"/>
                  <a:gd name="T40" fmla="*/ 246 w 290"/>
                  <a:gd name="T41" fmla="*/ 322 h 322"/>
                  <a:gd name="T42" fmla="*/ 232 w 290"/>
                  <a:gd name="T43" fmla="*/ 277 h 322"/>
                  <a:gd name="T44" fmla="*/ 169 w 290"/>
                  <a:gd name="T45" fmla="*/ 243 h 322"/>
                  <a:gd name="T46" fmla="*/ 156 w 290"/>
                  <a:gd name="T47" fmla="*/ 225 h 322"/>
                  <a:gd name="T48" fmla="*/ 170 w 290"/>
                  <a:gd name="T49" fmla="*/ 193 h 322"/>
                  <a:gd name="T50" fmla="*/ 146 w 290"/>
                  <a:gd name="T51" fmla="*/ 212 h 322"/>
                  <a:gd name="T52" fmla="*/ 130 w 290"/>
                  <a:gd name="T53" fmla="*/ 192 h 322"/>
                  <a:gd name="T54" fmla="*/ 149 w 290"/>
                  <a:gd name="T55" fmla="*/ 100 h 322"/>
                  <a:gd name="T56" fmla="*/ 196 w 290"/>
                  <a:gd name="T57" fmla="*/ 124 h 322"/>
                  <a:gd name="T58" fmla="*/ 206 w 290"/>
                  <a:gd name="T59" fmla="*/ 156 h 322"/>
                  <a:gd name="T60" fmla="*/ 245 w 290"/>
                  <a:gd name="T61" fmla="*/ 217 h 322"/>
                  <a:gd name="T62" fmla="*/ 281 w 290"/>
                  <a:gd name="T63" fmla="*/ 262 h 322"/>
                  <a:gd name="T64" fmla="*/ 289 w 290"/>
                  <a:gd name="T65" fmla="*/ 251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0" h="322">
                    <a:moveTo>
                      <a:pt x="257" y="206"/>
                    </a:moveTo>
                    <a:cubicBezTo>
                      <a:pt x="251" y="200"/>
                      <a:pt x="245" y="194"/>
                      <a:pt x="240" y="187"/>
                    </a:cubicBezTo>
                    <a:cubicBezTo>
                      <a:pt x="231" y="177"/>
                      <a:pt x="225" y="165"/>
                      <a:pt x="222" y="152"/>
                    </a:cubicBezTo>
                    <a:cubicBezTo>
                      <a:pt x="221" y="149"/>
                      <a:pt x="220" y="146"/>
                      <a:pt x="219" y="143"/>
                    </a:cubicBezTo>
                    <a:cubicBezTo>
                      <a:pt x="219" y="143"/>
                      <a:pt x="219" y="142"/>
                      <a:pt x="219" y="142"/>
                    </a:cubicBezTo>
                    <a:cubicBezTo>
                      <a:pt x="220" y="142"/>
                      <a:pt x="221" y="142"/>
                      <a:pt x="222" y="142"/>
                    </a:cubicBezTo>
                    <a:cubicBezTo>
                      <a:pt x="234" y="142"/>
                      <a:pt x="246" y="137"/>
                      <a:pt x="255" y="129"/>
                    </a:cubicBezTo>
                    <a:cubicBezTo>
                      <a:pt x="258" y="126"/>
                      <a:pt x="258" y="121"/>
                      <a:pt x="255" y="117"/>
                    </a:cubicBezTo>
                    <a:cubicBezTo>
                      <a:pt x="252" y="114"/>
                      <a:pt x="247" y="114"/>
                      <a:pt x="243" y="117"/>
                    </a:cubicBezTo>
                    <a:cubicBezTo>
                      <a:pt x="236" y="124"/>
                      <a:pt x="224" y="127"/>
                      <a:pt x="214" y="125"/>
                    </a:cubicBezTo>
                    <a:cubicBezTo>
                      <a:pt x="213" y="121"/>
                      <a:pt x="211" y="118"/>
                      <a:pt x="209" y="115"/>
                    </a:cubicBezTo>
                    <a:cubicBezTo>
                      <a:pt x="197" y="96"/>
                      <a:pt x="175" y="90"/>
                      <a:pt x="153" y="85"/>
                    </a:cubicBezTo>
                    <a:cubicBezTo>
                      <a:pt x="92" y="71"/>
                      <a:pt x="92" y="71"/>
                      <a:pt x="92" y="71"/>
                    </a:cubicBezTo>
                    <a:cubicBezTo>
                      <a:pt x="82" y="68"/>
                      <a:pt x="70" y="66"/>
                      <a:pt x="60" y="62"/>
                    </a:cubicBezTo>
                    <a:cubicBezTo>
                      <a:pt x="55" y="44"/>
                      <a:pt x="51" y="26"/>
                      <a:pt x="50" y="7"/>
                    </a:cubicBezTo>
                    <a:cubicBezTo>
                      <a:pt x="50" y="3"/>
                      <a:pt x="46" y="0"/>
                      <a:pt x="41" y="0"/>
                    </a:cubicBezTo>
                    <a:cubicBezTo>
                      <a:pt x="37" y="0"/>
                      <a:pt x="34" y="4"/>
                      <a:pt x="34" y="8"/>
                    </a:cubicBezTo>
                    <a:cubicBezTo>
                      <a:pt x="35" y="24"/>
                      <a:pt x="37" y="40"/>
                      <a:pt x="42" y="56"/>
                    </a:cubicBezTo>
                    <a:cubicBezTo>
                      <a:pt x="40" y="56"/>
                      <a:pt x="39" y="56"/>
                      <a:pt x="38" y="55"/>
                    </a:cubicBezTo>
                    <a:cubicBezTo>
                      <a:pt x="35" y="55"/>
                      <a:pt x="32" y="55"/>
                      <a:pt x="29" y="55"/>
                    </a:cubicBezTo>
                    <a:cubicBezTo>
                      <a:pt x="27" y="55"/>
                      <a:pt x="25" y="55"/>
                      <a:pt x="23" y="55"/>
                    </a:cubicBezTo>
                    <a:cubicBezTo>
                      <a:pt x="19" y="55"/>
                      <a:pt x="17" y="54"/>
                      <a:pt x="16" y="53"/>
                    </a:cubicBezTo>
                    <a:cubicBezTo>
                      <a:pt x="13" y="49"/>
                      <a:pt x="8" y="48"/>
                      <a:pt x="5" y="50"/>
                    </a:cubicBezTo>
                    <a:cubicBezTo>
                      <a:pt x="1" y="53"/>
                      <a:pt x="0" y="58"/>
                      <a:pt x="2" y="61"/>
                    </a:cubicBezTo>
                    <a:cubicBezTo>
                      <a:pt x="6" y="67"/>
                      <a:pt x="13" y="71"/>
                      <a:pt x="22" y="71"/>
                    </a:cubicBezTo>
                    <a:cubicBezTo>
                      <a:pt x="24" y="72"/>
                      <a:pt x="27" y="72"/>
                      <a:pt x="30" y="71"/>
                    </a:cubicBezTo>
                    <a:cubicBezTo>
                      <a:pt x="32" y="71"/>
                      <a:pt x="34" y="71"/>
                      <a:pt x="37" y="71"/>
                    </a:cubicBezTo>
                    <a:cubicBezTo>
                      <a:pt x="41" y="72"/>
                      <a:pt x="46" y="74"/>
                      <a:pt x="50" y="76"/>
                    </a:cubicBezTo>
                    <a:cubicBezTo>
                      <a:pt x="52" y="76"/>
                      <a:pt x="53" y="77"/>
                      <a:pt x="54" y="77"/>
                    </a:cubicBezTo>
                    <a:cubicBezTo>
                      <a:pt x="66" y="81"/>
                      <a:pt x="77" y="84"/>
                      <a:pt x="89" y="87"/>
                    </a:cubicBezTo>
                    <a:cubicBezTo>
                      <a:pt x="132" y="97"/>
                      <a:pt x="132" y="97"/>
                      <a:pt x="132" y="97"/>
                    </a:cubicBezTo>
                    <a:cubicBezTo>
                      <a:pt x="124" y="111"/>
                      <a:pt x="116" y="125"/>
                      <a:pt x="112" y="142"/>
                    </a:cubicBezTo>
                    <a:cubicBezTo>
                      <a:pt x="106" y="163"/>
                      <a:pt x="107" y="184"/>
                      <a:pt x="116" y="200"/>
                    </a:cubicBezTo>
                    <a:cubicBezTo>
                      <a:pt x="120" y="207"/>
                      <a:pt x="125" y="212"/>
                      <a:pt x="130" y="218"/>
                    </a:cubicBezTo>
                    <a:cubicBezTo>
                      <a:pt x="133" y="221"/>
                      <a:pt x="136" y="225"/>
                      <a:pt x="138" y="228"/>
                    </a:cubicBezTo>
                    <a:cubicBezTo>
                      <a:pt x="140" y="231"/>
                      <a:pt x="142" y="234"/>
                      <a:pt x="144" y="237"/>
                    </a:cubicBezTo>
                    <a:cubicBezTo>
                      <a:pt x="148" y="243"/>
                      <a:pt x="152" y="249"/>
                      <a:pt x="158" y="255"/>
                    </a:cubicBezTo>
                    <a:cubicBezTo>
                      <a:pt x="168" y="265"/>
                      <a:pt x="181" y="270"/>
                      <a:pt x="194" y="275"/>
                    </a:cubicBezTo>
                    <a:cubicBezTo>
                      <a:pt x="204" y="279"/>
                      <a:pt x="214" y="282"/>
                      <a:pt x="222" y="289"/>
                    </a:cubicBezTo>
                    <a:cubicBezTo>
                      <a:pt x="230" y="296"/>
                      <a:pt x="235" y="305"/>
                      <a:pt x="237" y="315"/>
                    </a:cubicBezTo>
                    <a:cubicBezTo>
                      <a:pt x="237" y="319"/>
                      <a:pt x="241" y="322"/>
                      <a:pt x="245" y="322"/>
                    </a:cubicBezTo>
                    <a:cubicBezTo>
                      <a:pt x="245" y="322"/>
                      <a:pt x="245" y="322"/>
                      <a:pt x="246" y="322"/>
                    </a:cubicBezTo>
                    <a:cubicBezTo>
                      <a:pt x="250" y="321"/>
                      <a:pt x="253" y="317"/>
                      <a:pt x="253" y="313"/>
                    </a:cubicBezTo>
                    <a:cubicBezTo>
                      <a:pt x="251" y="299"/>
                      <a:pt x="243" y="286"/>
                      <a:pt x="232" y="277"/>
                    </a:cubicBezTo>
                    <a:cubicBezTo>
                      <a:pt x="222" y="268"/>
                      <a:pt x="211" y="264"/>
                      <a:pt x="199" y="259"/>
                    </a:cubicBezTo>
                    <a:cubicBezTo>
                      <a:pt x="188" y="255"/>
                      <a:pt x="177" y="251"/>
                      <a:pt x="169" y="243"/>
                    </a:cubicBezTo>
                    <a:cubicBezTo>
                      <a:pt x="165" y="239"/>
                      <a:pt x="161" y="234"/>
                      <a:pt x="158" y="228"/>
                    </a:cubicBezTo>
                    <a:cubicBezTo>
                      <a:pt x="157" y="227"/>
                      <a:pt x="157" y="226"/>
                      <a:pt x="156" y="225"/>
                    </a:cubicBezTo>
                    <a:cubicBezTo>
                      <a:pt x="162" y="218"/>
                      <a:pt x="167" y="211"/>
                      <a:pt x="172" y="204"/>
                    </a:cubicBezTo>
                    <a:cubicBezTo>
                      <a:pt x="174" y="200"/>
                      <a:pt x="173" y="195"/>
                      <a:pt x="170" y="193"/>
                    </a:cubicBezTo>
                    <a:cubicBezTo>
                      <a:pt x="166" y="190"/>
                      <a:pt x="161" y="191"/>
                      <a:pt x="159" y="195"/>
                    </a:cubicBezTo>
                    <a:cubicBezTo>
                      <a:pt x="155" y="201"/>
                      <a:pt x="150" y="206"/>
                      <a:pt x="146" y="212"/>
                    </a:cubicBezTo>
                    <a:cubicBezTo>
                      <a:pt x="145" y="210"/>
                      <a:pt x="144" y="209"/>
                      <a:pt x="142" y="207"/>
                    </a:cubicBezTo>
                    <a:cubicBezTo>
                      <a:pt x="138" y="202"/>
                      <a:pt x="134" y="197"/>
                      <a:pt x="130" y="192"/>
                    </a:cubicBezTo>
                    <a:cubicBezTo>
                      <a:pt x="121" y="175"/>
                      <a:pt x="124" y="156"/>
                      <a:pt x="127" y="146"/>
                    </a:cubicBezTo>
                    <a:cubicBezTo>
                      <a:pt x="132" y="130"/>
                      <a:pt x="140" y="115"/>
                      <a:pt x="149" y="100"/>
                    </a:cubicBezTo>
                    <a:cubicBezTo>
                      <a:pt x="149" y="101"/>
                      <a:pt x="149" y="101"/>
                      <a:pt x="149" y="101"/>
                    </a:cubicBezTo>
                    <a:cubicBezTo>
                      <a:pt x="168" y="105"/>
                      <a:pt x="187" y="110"/>
                      <a:pt x="196" y="124"/>
                    </a:cubicBezTo>
                    <a:cubicBezTo>
                      <a:pt x="200" y="131"/>
                      <a:pt x="202" y="138"/>
                      <a:pt x="204" y="147"/>
                    </a:cubicBezTo>
                    <a:cubicBezTo>
                      <a:pt x="204" y="150"/>
                      <a:pt x="205" y="153"/>
                      <a:pt x="206" y="156"/>
                    </a:cubicBezTo>
                    <a:cubicBezTo>
                      <a:pt x="210" y="171"/>
                      <a:pt x="217" y="185"/>
                      <a:pt x="227" y="197"/>
                    </a:cubicBezTo>
                    <a:cubicBezTo>
                      <a:pt x="233" y="205"/>
                      <a:pt x="239" y="211"/>
                      <a:pt x="245" y="217"/>
                    </a:cubicBezTo>
                    <a:cubicBezTo>
                      <a:pt x="257" y="230"/>
                      <a:pt x="269" y="241"/>
                      <a:pt x="273" y="256"/>
                    </a:cubicBezTo>
                    <a:cubicBezTo>
                      <a:pt x="275" y="259"/>
                      <a:pt x="278" y="262"/>
                      <a:pt x="281" y="262"/>
                    </a:cubicBezTo>
                    <a:cubicBezTo>
                      <a:pt x="282" y="262"/>
                      <a:pt x="283" y="261"/>
                      <a:pt x="284" y="261"/>
                    </a:cubicBezTo>
                    <a:cubicBezTo>
                      <a:pt x="288" y="260"/>
                      <a:pt x="290" y="255"/>
                      <a:pt x="289" y="251"/>
                    </a:cubicBezTo>
                    <a:cubicBezTo>
                      <a:pt x="283" y="233"/>
                      <a:pt x="270" y="219"/>
                      <a:pt x="257" y="206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2" name="íṩ1ïdè" descr="d1e3d45e-70e5-4fc3-ba52-18d40bb36fc9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5078311" y="5222525"/>
                <a:ext cx="642548" cy="455693"/>
              </a:xfrm>
              <a:custGeom>
                <a:avLst/>
                <a:gdLst>
                  <a:gd name="T0" fmla="*/ 192 w 204"/>
                  <a:gd name="T1" fmla="*/ 138 h 157"/>
                  <a:gd name="T2" fmla="*/ 141 w 204"/>
                  <a:gd name="T3" fmla="*/ 124 h 157"/>
                  <a:gd name="T4" fmla="*/ 130 w 204"/>
                  <a:gd name="T5" fmla="*/ 110 h 157"/>
                  <a:gd name="T6" fmla="*/ 124 w 204"/>
                  <a:gd name="T7" fmla="*/ 101 h 157"/>
                  <a:gd name="T8" fmla="*/ 97 w 204"/>
                  <a:gd name="T9" fmla="*/ 80 h 157"/>
                  <a:gd name="T10" fmla="*/ 96 w 204"/>
                  <a:gd name="T11" fmla="*/ 80 h 157"/>
                  <a:gd name="T12" fmla="*/ 90 w 204"/>
                  <a:gd name="T13" fmla="*/ 50 h 157"/>
                  <a:gd name="T14" fmla="*/ 82 w 204"/>
                  <a:gd name="T15" fmla="*/ 42 h 157"/>
                  <a:gd name="T16" fmla="*/ 74 w 204"/>
                  <a:gd name="T17" fmla="*/ 49 h 157"/>
                  <a:gd name="T18" fmla="*/ 78 w 204"/>
                  <a:gd name="T19" fmla="*/ 79 h 157"/>
                  <a:gd name="T20" fmla="*/ 65 w 204"/>
                  <a:gd name="T21" fmla="*/ 78 h 157"/>
                  <a:gd name="T22" fmla="*/ 51 w 204"/>
                  <a:gd name="T23" fmla="*/ 67 h 157"/>
                  <a:gd name="T24" fmla="*/ 17 w 204"/>
                  <a:gd name="T25" fmla="*/ 8 h 157"/>
                  <a:gd name="T26" fmla="*/ 8 w 204"/>
                  <a:gd name="T27" fmla="*/ 1 h 157"/>
                  <a:gd name="T28" fmla="*/ 0 w 204"/>
                  <a:gd name="T29" fmla="*/ 10 h 157"/>
                  <a:gd name="T30" fmla="*/ 39 w 204"/>
                  <a:gd name="T31" fmla="*/ 77 h 157"/>
                  <a:gd name="T32" fmla="*/ 59 w 204"/>
                  <a:gd name="T33" fmla="*/ 93 h 157"/>
                  <a:gd name="T34" fmla="*/ 80 w 204"/>
                  <a:gd name="T35" fmla="*/ 95 h 157"/>
                  <a:gd name="T36" fmla="*/ 93 w 204"/>
                  <a:gd name="T37" fmla="*/ 96 h 157"/>
                  <a:gd name="T38" fmla="*/ 111 w 204"/>
                  <a:gd name="T39" fmla="*/ 111 h 157"/>
                  <a:gd name="T40" fmla="*/ 117 w 204"/>
                  <a:gd name="T41" fmla="*/ 119 h 157"/>
                  <a:gd name="T42" fmla="*/ 129 w 204"/>
                  <a:gd name="T43" fmla="*/ 135 h 157"/>
                  <a:gd name="T44" fmla="*/ 178 w 204"/>
                  <a:gd name="T45" fmla="*/ 157 h 157"/>
                  <a:gd name="T46" fmla="*/ 197 w 204"/>
                  <a:gd name="T47" fmla="*/ 154 h 157"/>
                  <a:gd name="T48" fmla="*/ 202 w 204"/>
                  <a:gd name="T49" fmla="*/ 144 h 157"/>
                  <a:gd name="T50" fmla="*/ 192 w 204"/>
                  <a:gd name="T51" fmla="*/ 13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4" h="157">
                    <a:moveTo>
                      <a:pt x="192" y="138"/>
                    </a:moveTo>
                    <a:cubicBezTo>
                      <a:pt x="174" y="144"/>
                      <a:pt x="153" y="138"/>
                      <a:pt x="141" y="124"/>
                    </a:cubicBezTo>
                    <a:cubicBezTo>
                      <a:pt x="137" y="120"/>
                      <a:pt x="134" y="115"/>
                      <a:pt x="130" y="110"/>
                    </a:cubicBezTo>
                    <a:cubicBezTo>
                      <a:pt x="128" y="107"/>
                      <a:pt x="126" y="104"/>
                      <a:pt x="124" y="101"/>
                    </a:cubicBezTo>
                    <a:cubicBezTo>
                      <a:pt x="116" y="90"/>
                      <a:pt x="107" y="83"/>
                      <a:pt x="97" y="80"/>
                    </a:cubicBezTo>
                    <a:cubicBezTo>
                      <a:pt x="96" y="80"/>
                      <a:pt x="96" y="80"/>
                      <a:pt x="96" y="80"/>
                    </a:cubicBezTo>
                    <a:cubicBezTo>
                      <a:pt x="92" y="71"/>
                      <a:pt x="90" y="60"/>
                      <a:pt x="90" y="50"/>
                    </a:cubicBezTo>
                    <a:cubicBezTo>
                      <a:pt x="90" y="45"/>
                      <a:pt x="87" y="42"/>
                      <a:pt x="82" y="42"/>
                    </a:cubicBezTo>
                    <a:cubicBezTo>
                      <a:pt x="78" y="41"/>
                      <a:pt x="74" y="45"/>
                      <a:pt x="74" y="49"/>
                    </a:cubicBezTo>
                    <a:cubicBezTo>
                      <a:pt x="74" y="60"/>
                      <a:pt x="75" y="70"/>
                      <a:pt x="78" y="79"/>
                    </a:cubicBezTo>
                    <a:cubicBezTo>
                      <a:pt x="73" y="80"/>
                      <a:pt x="69" y="80"/>
                      <a:pt x="65" y="78"/>
                    </a:cubicBezTo>
                    <a:cubicBezTo>
                      <a:pt x="59" y="76"/>
                      <a:pt x="55" y="71"/>
                      <a:pt x="51" y="67"/>
                    </a:cubicBezTo>
                    <a:cubicBezTo>
                      <a:pt x="33" y="47"/>
                      <a:pt x="18" y="29"/>
                      <a:pt x="17" y="8"/>
                    </a:cubicBezTo>
                    <a:cubicBezTo>
                      <a:pt x="16" y="4"/>
                      <a:pt x="12" y="0"/>
                      <a:pt x="8" y="1"/>
                    </a:cubicBezTo>
                    <a:cubicBezTo>
                      <a:pt x="3" y="1"/>
                      <a:pt x="0" y="5"/>
                      <a:pt x="0" y="10"/>
                    </a:cubicBezTo>
                    <a:cubicBezTo>
                      <a:pt x="3" y="38"/>
                      <a:pt x="24" y="61"/>
                      <a:pt x="39" y="77"/>
                    </a:cubicBezTo>
                    <a:cubicBezTo>
                      <a:pt x="44" y="83"/>
                      <a:pt x="50" y="90"/>
                      <a:pt x="59" y="93"/>
                    </a:cubicBezTo>
                    <a:cubicBezTo>
                      <a:pt x="66" y="96"/>
                      <a:pt x="73" y="96"/>
                      <a:pt x="80" y="95"/>
                    </a:cubicBezTo>
                    <a:cubicBezTo>
                      <a:pt x="84" y="95"/>
                      <a:pt x="89" y="95"/>
                      <a:pt x="93" y="96"/>
                    </a:cubicBezTo>
                    <a:cubicBezTo>
                      <a:pt x="99" y="98"/>
                      <a:pt x="105" y="102"/>
                      <a:pt x="111" y="111"/>
                    </a:cubicBezTo>
                    <a:cubicBezTo>
                      <a:pt x="113" y="113"/>
                      <a:pt x="115" y="116"/>
                      <a:pt x="117" y="119"/>
                    </a:cubicBezTo>
                    <a:cubicBezTo>
                      <a:pt x="120" y="125"/>
                      <a:pt x="124" y="130"/>
                      <a:pt x="129" y="135"/>
                    </a:cubicBezTo>
                    <a:cubicBezTo>
                      <a:pt x="141" y="149"/>
                      <a:pt x="160" y="157"/>
                      <a:pt x="178" y="157"/>
                    </a:cubicBezTo>
                    <a:cubicBezTo>
                      <a:pt x="185" y="157"/>
                      <a:pt x="191" y="156"/>
                      <a:pt x="197" y="154"/>
                    </a:cubicBezTo>
                    <a:cubicBezTo>
                      <a:pt x="201" y="153"/>
                      <a:pt x="204" y="148"/>
                      <a:pt x="202" y="144"/>
                    </a:cubicBezTo>
                    <a:cubicBezTo>
                      <a:pt x="201" y="139"/>
                      <a:pt x="197" y="137"/>
                      <a:pt x="192" y="138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3" name="ïSḻîḓè" descr="4b799e5a-18f1-4dc6-a613-229c89201751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5066768" y="2842596"/>
                <a:ext cx="217390" cy="243868"/>
              </a:xfrm>
              <a:custGeom>
                <a:avLst/>
                <a:gdLst>
                  <a:gd name="T0" fmla="*/ 58 w 69"/>
                  <a:gd name="T1" fmla="*/ 1 h 84"/>
                  <a:gd name="T2" fmla="*/ 9 w 69"/>
                  <a:gd name="T3" fmla="*/ 56 h 84"/>
                  <a:gd name="T4" fmla="*/ 9 w 69"/>
                  <a:gd name="T5" fmla="*/ 59 h 84"/>
                  <a:gd name="T6" fmla="*/ 8 w 69"/>
                  <a:gd name="T7" fmla="*/ 65 h 84"/>
                  <a:gd name="T8" fmla="*/ 7 w 69"/>
                  <a:gd name="T9" fmla="*/ 68 h 84"/>
                  <a:gd name="T10" fmla="*/ 1 w 69"/>
                  <a:gd name="T11" fmla="*/ 78 h 84"/>
                  <a:gd name="T12" fmla="*/ 9 w 69"/>
                  <a:gd name="T13" fmla="*/ 84 h 84"/>
                  <a:gd name="T14" fmla="*/ 11 w 69"/>
                  <a:gd name="T15" fmla="*/ 83 h 84"/>
                  <a:gd name="T16" fmla="*/ 24 w 69"/>
                  <a:gd name="T17" fmla="*/ 70 h 84"/>
                  <a:gd name="T18" fmla="*/ 25 w 69"/>
                  <a:gd name="T19" fmla="*/ 60 h 84"/>
                  <a:gd name="T20" fmla="*/ 25 w 69"/>
                  <a:gd name="T21" fmla="*/ 58 h 84"/>
                  <a:gd name="T22" fmla="*/ 61 w 69"/>
                  <a:gd name="T23" fmla="*/ 17 h 84"/>
                  <a:gd name="T24" fmla="*/ 68 w 69"/>
                  <a:gd name="T25" fmla="*/ 7 h 84"/>
                  <a:gd name="T26" fmla="*/ 58 w 69"/>
                  <a:gd name="T27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84">
                    <a:moveTo>
                      <a:pt x="58" y="1"/>
                    </a:moveTo>
                    <a:cubicBezTo>
                      <a:pt x="32" y="7"/>
                      <a:pt x="12" y="30"/>
                      <a:pt x="9" y="56"/>
                    </a:cubicBezTo>
                    <a:cubicBezTo>
                      <a:pt x="9" y="57"/>
                      <a:pt x="9" y="58"/>
                      <a:pt x="9" y="59"/>
                    </a:cubicBezTo>
                    <a:cubicBezTo>
                      <a:pt x="9" y="61"/>
                      <a:pt x="9" y="64"/>
                      <a:pt x="8" y="65"/>
                    </a:cubicBezTo>
                    <a:cubicBezTo>
                      <a:pt x="8" y="67"/>
                      <a:pt x="7" y="68"/>
                      <a:pt x="7" y="68"/>
                    </a:cubicBezTo>
                    <a:cubicBezTo>
                      <a:pt x="2" y="69"/>
                      <a:pt x="0" y="74"/>
                      <a:pt x="1" y="78"/>
                    </a:cubicBezTo>
                    <a:cubicBezTo>
                      <a:pt x="2" y="81"/>
                      <a:pt x="5" y="84"/>
                      <a:pt x="9" y="84"/>
                    </a:cubicBezTo>
                    <a:cubicBezTo>
                      <a:pt x="10" y="84"/>
                      <a:pt x="10" y="84"/>
                      <a:pt x="11" y="83"/>
                    </a:cubicBezTo>
                    <a:cubicBezTo>
                      <a:pt x="17" y="82"/>
                      <a:pt x="21" y="77"/>
                      <a:pt x="24" y="70"/>
                    </a:cubicBezTo>
                    <a:cubicBezTo>
                      <a:pt x="25" y="67"/>
                      <a:pt x="25" y="63"/>
                      <a:pt x="25" y="60"/>
                    </a:cubicBezTo>
                    <a:cubicBezTo>
                      <a:pt x="25" y="59"/>
                      <a:pt x="25" y="58"/>
                      <a:pt x="25" y="58"/>
                    </a:cubicBezTo>
                    <a:cubicBezTo>
                      <a:pt x="27" y="39"/>
                      <a:pt x="43" y="21"/>
                      <a:pt x="61" y="17"/>
                    </a:cubicBezTo>
                    <a:cubicBezTo>
                      <a:pt x="66" y="16"/>
                      <a:pt x="69" y="11"/>
                      <a:pt x="68" y="7"/>
                    </a:cubicBezTo>
                    <a:cubicBezTo>
                      <a:pt x="67" y="3"/>
                      <a:pt x="62" y="0"/>
                      <a:pt x="58" y="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4" name="iṩḷïḍê" descr="308c2ca3-21b7-4bc0-abee-721da500fc8f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5388043" y="2653911"/>
                <a:ext cx="240475" cy="233187"/>
              </a:xfrm>
              <a:custGeom>
                <a:avLst/>
                <a:gdLst>
                  <a:gd name="T0" fmla="*/ 69 w 77"/>
                  <a:gd name="T1" fmla="*/ 1 h 80"/>
                  <a:gd name="T2" fmla="*/ 36 w 77"/>
                  <a:gd name="T3" fmla="*/ 15 h 80"/>
                  <a:gd name="T4" fmla="*/ 24 w 77"/>
                  <a:gd name="T5" fmla="*/ 39 h 80"/>
                  <a:gd name="T6" fmla="*/ 22 w 77"/>
                  <a:gd name="T7" fmla="*/ 47 h 80"/>
                  <a:gd name="T8" fmla="*/ 7 w 77"/>
                  <a:gd name="T9" fmla="*/ 64 h 80"/>
                  <a:gd name="T10" fmla="*/ 0 w 77"/>
                  <a:gd name="T11" fmla="*/ 73 h 80"/>
                  <a:gd name="T12" fmla="*/ 8 w 77"/>
                  <a:gd name="T13" fmla="*/ 80 h 80"/>
                  <a:gd name="T14" fmla="*/ 10 w 77"/>
                  <a:gd name="T15" fmla="*/ 80 h 80"/>
                  <a:gd name="T16" fmla="*/ 37 w 77"/>
                  <a:gd name="T17" fmla="*/ 52 h 80"/>
                  <a:gd name="T18" fmla="*/ 40 w 77"/>
                  <a:gd name="T19" fmla="*/ 44 h 80"/>
                  <a:gd name="T20" fmla="*/ 48 w 77"/>
                  <a:gd name="T21" fmla="*/ 25 h 80"/>
                  <a:gd name="T22" fmla="*/ 68 w 77"/>
                  <a:gd name="T23" fmla="*/ 17 h 80"/>
                  <a:gd name="T24" fmla="*/ 76 w 77"/>
                  <a:gd name="T25" fmla="*/ 10 h 80"/>
                  <a:gd name="T26" fmla="*/ 69 w 77"/>
                  <a:gd name="T27" fmla="*/ 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80">
                    <a:moveTo>
                      <a:pt x="69" y="1"/>
                    </a:moveTo>
                    <a:cubicBezTo>
                      <a:pt x="57" y="0"/>
                      <a:pt x="44" y="5"/>
                      <a:pt x="36" y="15"/>
                    </a:cubicBezTo>
                    <a:cubicBezTo>
                      <a:pt x="30" y="22"/>
                      <a:pt x="27" y="31"/>
                      <a:pt x="24" y="39"/>
                    </a:cubicBezTo>
                    <a:cubicBezTo>
                      <a:pt x="24" y="42"/>
                      <a:pt x="23" y="44"/>
                      <a:pt x="22" y="47"/>
                    </a:cubicBezTo>
                    <a:cubicBezTo>
                      <a:pt x="21" y="50"/>
                      <a:pt x="16" y="62"/>
                      <a:pt x="7" y="64"/>
                    </a:cubicBezTo>
                    <a:cubicBezTo>
                      <a:pt x="3" y="64"/>
                      <a:pt x="0" y="69"/>
                      <a:pt x="0" y="73"/>
                    </a:cubicBezTo>
                    <a:cubicBezTo>
                      <a:pt x="1" y="77"/>
                      <a:pt x="4" y="80"/>
                      <a:pt x="8" y="80"/>
                    </a:cubicBezTo>
                    <a:cubicBezTo>
                      <a:pt x="9" y="80"/>
                      <a:pt x="9" y="80"/>
                      <a:pt x="10" y="80"/>
                    </a:cubicBezTo>
                    <a:cubicBezTo>
                      <a:pt x="22" y="78"/>
                      <a:pt x="32" y="68"/>
                      <a:pt x="37" y="52"/>
                    </a:cubicBezTo>
                    <a:cubicBezTo>
                      <a:pt x="38" y="49"/>
                      <a:pt x="39" y="47"/>
                      <a:pt x="40" y="44"/>
                    </a:cubicBezTo>
                    <a:cubicBezTo>
                      <a:pt x="42" y="37"/>
                      <a:pt x="44" y="30"/>
                      <a:pt x="48" y="25"/>
                    </a:cubicBezTo>
                    <a:cubicBezTo>
                      <a:pt x="53" y="19"/>
                      <a:pt x="60" y="16"/>
                      <a:pt x="68" y="17"/>
                    </a:cubicBezTo>
                    <a:cubicBezTo>
                      <a:pt x="72" y="17"/>
                      <a:pt x="76" y="14"/>
                      <a:pt x="76" y="10"/>
                    </a:cubicBezTo>
                    <a:cubicBezTo>
                      <a:pt x="77" y="5"/>
                      <a:pt x="73" y="1"/>
                      <a:pt x="69" y="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5" name="îṣļïḑè" descr="19b18210-0cd5-4954-b68c-15d4fa3145a6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4445383" y="2534648"/>
                <a:ext cx="1683322" cy="3293094"/>
              </a:xfrm>
              <a:custGeom>
                <a:avLst/>
                <a:gdLst>
                  <a:gd name="T0" fmla="*/ 509 w 536"/>
                  <a:gd name="T1" fmla="*/ 666 h 1132"/>
                  <a:gd name="T2" fmla="*/ 481 w 536"/>
                  <a:gd name="T3" fmla="*/ 462 h 1132"/>
                  <a:gd name="T4" fmla="*/ 514 w 536"/>
                  <a:gd name="T5" fmla="*/ 335 h 1132"/>
                  <a:gd name="T6" fmla="*/ 372 w 536"/>
                  <a:gd name="T7" fmla="*/ 5 h 1132"/>
                  <a:gd name="T8" fmla="*/ 156 w 536"/>
                  <a:gd name="T9" fmla="*/ 122 h 1132"/>
                  <a:gd name="T10" fmla="*/ 41 w 536"/>
                  <a:gd name="T11" fmla="*/ 381 h 1132"/>
                  <a:gd name="T12" fmla="*/ 44 w 536"/>
                  <a:gd name="T13" fmla="*/ 639 h 1132"/>
                  <a:gd name="T14" fmla="*/ 110 w 536"/>
                  <a:gd name="T15" fmla="*/ 942 h 1132"/>
                  <a:gd name="T16" fmla="*/ 260 w 536"/>
                  <a:gd name="T17" fmla="*/ 1087 h 1132"/>
                  <a:gd name="T18" fmla="*/ 481 w 536"/>
                  <a:gd name="T19" fmla="*/ 1091 h 1132"/>
                  <a:gd name="T20" fmla="*/ 509 w 536"/>
                  <a:gd name="T21" fmla="*/ 949 h 1132"/>
                  <a:gd name="T22" fmla="*/ 504 w 536"/>
                  <a:gd name="T23" fmla="*/ 780 h 1132"/>
                  <a:gd name="T24" fmla="*/ 221 w 536"/>
                  <a:gd name="T25" fmla="*/ 246 h 1132"/>
                  <a:gd name="T26" fmla="*/ 233 w 536"/>
                  <a:gd name="T27" fmla="*/ 300 h 1132"/>
                  <a:gd name="T28" fmla="*/ 245 w 536"/>
                  <a:gd name="T29" fmla="*/ 202 h 1132"/>
                  <a:gd name="T30" fmla="*/ 336 w 536"/>
                  <a:gd name="T31" fmla="*/ 163 h 1132"/>
                  <a:gd name="T32" fmla="*/ 340 w 536"/>
                  <a:gd name="T33" fmla="*/ 272 h 1132"/>
                  <a:gd name="T34" fmla="*/ 326 w 536"/>
                  <a:gd name="T35" fmla="*/ 420 h 1132"/>
                  <a:gd name="T36" fmla="*/ 352 w 536"/>
                  <a:gd name="T37" fmla="*/ 483 h 1132"/>
                  <a:gd name="T38" fmla="*/ 373 w 536"/>
                  <a:gd name="T39" fmla="*/ 516 h 1132"/>
                  <a:gd name="T40" fmla="*/ 415 w 536"/>
                  <a:gd name="T41" fmla="*/ 466 h 1132"/>
                  <a:gd name="T42" fmla="*/ 352 w 536"/>
                  <a:gd name="T43" fmla="*/ 457 h 1132"/>
                  <a:gd name="T44" fmla="*/ 353 w 536"/>
                  <a:gd name="T45" fmla="*/ 373 h 1132"/>
                  <a:gd name="T46" fmla="*/ 359 w 536"/>
                  <a:gd name="T47" fmla="*/ 272 h 1132"/>
                  <a:gd name="T48" fmla="*/ 350 w 536"/>
                  <a:gd name="T49" fmla="*/ 207 h 1132"/>
                  <a:gd name="T50" fmla="*/ 394 w 536"/>
                  <a:gd name="T51" fmla="*/ 119 h 1132"/>
                  <a:gd name="T52" fmla="*/ 356 w 536"/>
                  <a:gd name="T53" fmla="*/ 161 h 1132"/>
                  <a:gd name="T54" fmla="*/ 302 w 536"/>
                  <a:gd name="T55" fmla="*/ 150 h 1132"/>
                  <a:gd name="T56" fmla="*/ 154 w 536"/>
                  <a:gd name="T57" fmla="*/ 220 h 1132"/>
                  <a:gd name="T58" fmla="*/ 282 w 536"/>
                  <a:gd name="T59" fmla="*/ 77 h 1132"/>
                  <a:gd name="T60" fmla="*/ 484 w 536"/>
                  <a:gd name="T61" fmla="*/ 214 h 1132"/>
                  <a:gd name="T62" fmla="*/ 486 w 536"/>
                  <a:gd name="T63" fmla="*/ 241 h 1132"/>
                  <a:gd name="T64" fmla="*/ 494 w 536"/>
                  <a:gd name="T65" fmla="*/ 385 h 1132"/>
                  <a:gd name="T66" fmla="*/ 441 w 536"/>
                  <a:gd name="T67" fmla="*/ 424 h 1132"/>
                  <a:gd name="T68" fmla="*/ 490 w 536"/>
                  <a:gd name="T69" fmla="*/ 520 h 1132"/>
                  <a:gd name="T70" fmla="*/ 334 w 536"/>
                  <a:gd name="T71" fmla="*/ 571 h 1132"/>
                  <a:gd name="T72" fmla="*/ 229 w 536"/>
                  <a:gd name="T73" fmla="*/ 520 h 1132"/>
                  <a:gd name="T74" fmla="*/ 155 w 536"/>
                  <a:gd name="T75" fmla="*/ 426 h 1132"/>
                  <a:gd name="T76" fmla="*/ 504 w 536"/>
                  <a:gd name="T77" fmla="*/ 735 h 1132"/>
                  <a:gd name="T78" fmla="*/ 473 w 536"/>
                  <a:gd name="T79" fmla="*/ 801 h 1132"/>
                  <a:gd name="T80" fmla="*/ 478 w 536"/>
                  <a:gd name="T81" fmla="*/ 900 h 1132"/>
                  <a:gd name="T82" fmla="*/ 456 w 536"/>
                  <a:gd name="T83" fmla="*/ 929 h 1132"/>
                  <a:gd name="T84" fmla="*/ 491 w 536"/>
                  <a:gd name="T85" fmla="*/ 1007 h 1132"/>
                  <a:gd name="T86" fmla="*/ 474 w 536"/>
                  <a:gd name="T87" fmla="*/ 1046 h 1132"/>
                  <a:gd name="T88" fmla="*/ 429 w 536"/>
                  <a:gd name="T89" fmla="*/ 1111 h 1132"/>
                  <a:gd name="T90" fmla="*/ 227 w 536"/>
                  <a:gd name="T91" fmla="*/ 1032 h 1132"/>
                  <a:gd name="T92" fmla="*/ 204 w 536"/>
                  <a:gd name="T93" fmla="*/ 1024 h 1132"/>
                  <a:gd name="T94" fmla="*/ 149 w 536"/>
                  <a:gd name="T95" fmla="*/ 935 h 1132"/>
                  <a:gd name="T96" fmla="*/ 100 w 536"/>
                  <a:gd name="T97" fmla="*/ 812 h 1132"/>
                  <a:gd name="T98" fmla="*/ 72 w 536"/>
                  <a:gd name="T99" fmla="*/ 753 h 1132"/>
                  <a:gd name="T100" fmla="*/ 86 w 536"/>
                  <a:gd name="T101" fmla="*/ 690 h 1132"/>
                  <a:gd name="T102" fmla="*/ 70 w 536"/>
                  <a:gd name="T103" fmla="*/ 640 h 1132"/>
                  <a:gd name="T104" fmla="*/ 63 w 536"/>
                  <a:gd name="T105" fmla="*/ 482 h 1132"/>
                  <a:gd name="T106" fmla="*/ 96 w 536"/>
                  <a:gd name="T107" fmla="*/ 392 h 1132"/>
                  <a:gd name="T108" fmla="*/ 195 w 536"/>
                  <a:gd name="T109" fmla="*/ 531 h 1132"/>
                  <a:gd name="T110" fmla="*/ 318 w 536"/>
                  <a:gd name="T111" fmla="*/ 578 h 1132"/>
                  <a:gd name="T112" fmla="*/ 489 w 536"/>
                  <a:gd name="T113" fmla="*/ 676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36" h="1132">
                    <a:moveTo>
                      <a:pt x="520" y="738"/>
                    </a:moveTo>
                    <a:cubicBezTo>
                      <a:pt x="522" y="727"/>
                      <a:pt x="524" y="713"/>
                      <a:pt x="521" y="699"/>
                    </a:cubicBezTo>
                    <a:cubicBezTo>
                      <a:pt x="519" y="687"/>
                      <a:pt x="513" y="677"/>
                      <a:pt x="505" y="669"/>
                    </a:cubicBezTo>
                    <a:cubicBezTo>
                      <a:pt x="507" y="668"/>
                      <a:pt x="508" y="667"/>
                      <a:pt x="509" y="666"/>
                    </a:cubicBezTo>
                    <a:cubicBezTo>
                      <a:pt x="515" y="659"/>
                      <a:pt x="517" y="651"/>
                      <a:pt x="519" y="642"/>
                    </a:cubicBezTo>
                    <a:cubicBezTo>
                      <a:pt x="526" y="599"/>
                      <a:pt x="521" y="555"/>
                      <a:pt x="505" y="514"/>
                    </a:cubicBezTo>
                    <a:cubicBezTo>
                      <a:pt x="501" y="506"/>
                      <a:pt x="497" y="497"/>
                      <a:pt x="493" y="488"/>
                    </a:cubicBezTo>
                    <a:cubicBezTo>
                      <a:pt x="489" y="480"/>
                      <a:pt x="484" y="471"/>
                      <a:pt x="481" y="462"/>
                    </a:cubicBezTo>
                    <a:cubicBezTo>
                      <a:pt x="490" y="459"/>
                      <a:pt x="498" y="450"/>
                      <a:pt x="503" y="438"/>
                    </a:cubicBezTo>
                    <a:cubicBezTo>
                      <a:pt x="510" y="421"/>
                      <a:pt x="510" y="402"/>
                      <a:pt x="510" y="384"/>
                    </a:cubicBezTo>
                    <a:cubicBezTo>
                      <a:pt x="510" y="378"/>
                      <a:pt x="510" y="372"/>
                      <a:pt x="511" y="366"/>
                    </a:cubicBezTo>
                    <a:cubicBezTo>
                      <a:pt x="511" y="355"/>
                      <a:pt x="513" y="345"/>
                      <a:pt x="514" y="335"/>
                    </a:cubicBezTo>
                    <a:cubicBezTo>
                      <a:pt x="517" y="316"/>
                      <a:pt x="519" y="297"/>
                      <a:pt x="517" y="277"/>
                    </a:cubicBezTo>
                    <a:cubicBezTo>
                      <a:pt x="514" y="262"/>
                      <a:pt x="509" y="247"/>
                      <a:pt x="500" y="233"/>
                    </a:cubicBezTo>
                    <a:cubicBezTo>
                      <a:pt x="536" y="156"/>
                      <a:pt x="527" y="54"/>
                      <a:pt x="449" y="13"/>
                    </a:cubicBezTo>
                    <a:cubicBezTo>
                      <a:pt x="425" y="0"/>
                      <a:pt x="398" y="2"/>
                      <a:pt x="372" y="5"/>
                    </a:cubicBezTo>
                    <a:cubicBezTo>
                      <a:pt x="303" y="12"/>
                      <a:pt x="280" y="49"/>
                      <a:pt x="268" y="68"/>
                    </a:cubicBezTo>
                    <a:cubicBezTo>
                      <a:pt x="266" y="72"/>
                      <a:pt x="263" y="76"/>
                      <a:pt x="262" y="77"/>
                    </a:cubicBezTo>
                    <a:cubicBezTo>
                      <a:pt x="261" y="77"/>
                      <a:pt x="259" y="77"/>
                      <a:pt x="258" y="77"/>
                    </a:cubicBezTo>
                    <a:cubicBezTo>
                      <a:pt x="238" y="78"/>
                      <a:pt x="186" y="81"/>
                      <a:pt x="156" y="122"/>
                    </a:cubicBezTo>
                    <a:cubicBezTo>
                      <a:pt x="140" y="145"/>
                      <a:pt x="124" y="181"/>
                      <a:pt x="138" y="224"/>
                    </a:cubicBezTo>
                    <a:cubicBezTo>
                      <a:pt x="126" y="228"/>
                      <a:pt x="115" y="233"/>
                      <a:pt x="105" y="240"/>
                    </a:cubicBezTo>
                    <a:cubicBezTo>
                      <a:pt x="64" y="268"/>
                      <a:pt x="46" y="316"/>
                      <a:pt x="55" y="373"/>
                    </a:cubicBezTo>
                    <a:cubicBezTo>
                      <a:pt x="50" y="375"/>
                      <a:pt x="45" y="377"/>
                      <a:pt x="41" y="381"/>
                    </a:cubicBezTo>
                    <a:cubicBezTo>
                      <a:pt x="27" y="392"/>
                      <a:pt x="20" y="411"/>
                      <a:pt x="20" y="438"/>
                    </a:cubicBezTo>
                    <a:cubicBezTo>
                      <a:pt x="20" y="447"/>
                      <a:pt x="21" y="459"/>
                      <a:pt x="25" y="470"/>
                    </a:cubicBezTo>
                    <a:cubicBezTo>
                      <a:pt x="0" y="518"/>
                      <a:pt x="9" y="588"/>
                      <a:pt x="46" y="636"/>
                    </a:cubicBezTo>
                    <a:cubicBezTo>
                      <a:pt x="45" y="637"/>
                      <a:pt x="45" y="638"/>
                      <a:pt x="44" y="639"/>
                    </a:cubicBezTo>
                    <a:cubicBezTo>
                      <a:pt x="38" y="680"/>
                      <a:pt x="42" y="721"/>
                      <a:pt x="57" y="759"/>
                    </a:cubicBezTo>
                    <a:cubicBezTo>
                      <a:pt x="60" y="768"/>
                      <a:pt x="64" y="775"/>
                      <a:pt x="68" y="782"/>
                    </a:cubicBezTo>
                    <a:cubicBezTo>
                      <a:pt x="63" y="824"/>
                      <a:pt x="69" y="866"/>
                      <a:pt x="85" y="905"/>
                    </a:cubicBezTo>
                    <a:cubicBezTo>
                      <a:pt x="90" y="917"/>
                      <a:pt x="97" y="932"/>
                      <a:pt x="110" y="942"/>
                    </a:cubicBezTo>
                    <a:cubicBezTo>
                      <a:pt x="120" y="950"/>
                      <a:pt x="132" y="954"/>
                      <a:pt x="144" y="953"/>
                    </a:cubicBezTo>
                    <a:cubicBezTo>
                      <a:pt x="143" y="973"/>
                      <a:pt x="149" y="993"/>
                      <a:pt x="161" y="1009"/>
                    </a:cubicBezTo>
                    <a:cubicBezTo>
                      <a:pt x="175" y="1028"/>
                      <a:pt x="195" y="1041"/>
                      <a:pt x="217" y="1045"/>
                    </a:cubicBezTo>
                    <a:cubicBezTo>
                      <a:pt x="229" y="1062"/>
                      <a:pt x="244" y="1076"/>
                      <a:pt x="260" y="1087"/>
                    </a:cubicBezTo>
                    <a:cubicBezTo>
                      <a:pt x="281" y="1100"/>
                      <a:pt x="305" y="1109"/>
                      <a:pt x="328" y="1117"/>
                    </a:cubicBezTo>
                    <a:cubicBezTo>
                      <a:pt x="350" y="1125"/>
                      <a:pt x="375" y="1132"/>
                      <a:pt x="399" y="1132"/>
                    </a:cubicBezTo>
                    <a:cubicBezTo>
                      <a:pt x="411" y="1132"/>
                      <a:pt x="423" y="1130"/>
                      <a:pt x="435" y="1126"/>
                    </a:cubicBezTo>
                    <a:cubicBezTo>
                      <a:pt x="451" y="1120"/>
                      <a:pt x="466" y="1108"/>
                      <a:pt x="481" y="1091"/>
                    </a:cubicBezTo>
                    <a:cubicBezTo>
                      <a:pt x="495" y="1076"/>
                      <a:pt x="515" y="1046"/>
                      <a:pt x="505" y="1016"/>
                    </a:cubicBezTo>
                    <a:cubicBezTo>
                      <a:pt x="505" y="1014"/>
                      <a:pt x="506" y="1013"/>
                      <a:pt x="506" y="1012"/>
                    </a:cubicBezTo>
                    <a:cubicBezTo>
                      <a:pt x="510" y="1000"/>
                      <a:pt x="510" y="987"/>
                      <a:pt x="510" y="974"/>
                    </a:cubicBezTo>
                    <a:cubicBezTo>
                      <a:pt x="510" y="967"/>
                      <a:pt x="510" y="958"/>
                      <a:pt x="509" y="949"/>
                    </a:cubicBezTo>
                    <a:cubicBezTo>
                      <a:pt x="507" y="934"/>
                      <a:pt x="502" y="921"/>
                      <a:pt x="494" y="909"/>
                    </a:cubicBezTo>
                    <a:cubicBezTo>
                      <a:pt x="494" y="907"/>
                      <a:pt x="494" y="906"/>
                      <a:pt x="494" y="905"/>
                    </a:cubicBezTo>
                    <a:cubicBezTo>
                      <a:pt x="501" y="892"/>
                      <a:pt x="504" y="878"/>
                      <a:pt x="506" y="866"/>
                    </a:cubicBezTo>
                    <a:cubicBezTo>
                      <a:pt x="511" y="836"/>
                      <a:pt x="515" y="806"/>
                      <a:pt x="504" y="780"/>
                    </a:cubicBezTo>
                    <a:cubicBezTo>
                      <a:pt x="506" y="778"/>
                      <a:pt x="507" y="777"/>
                      <a:pt x="507" y="775"/>
                    </a:cubicBezTo>
                    <a:cubicBezTo>
                      <a:pt x="515" y="763"/>
                      <a:pt x="518" y="749"/>
                      <a:pt x="520" y="738"/>
                    </a:cubicBezTo>
                    <a:close/>
                    <a:moveTo>
                      <a:pt x="114" y="253"/>
                    </a:moveTo>
                    <a:cubicBezTo>
                      <a:pt x="148" y="231"/>
                      <a:pt x="192" y="228"/>
                      <a:pt x="221" y="246"/>
                    </a:cubicBezTo>
                    <a:cubicBezTo>
                      <a:pt x="223" y="248"/>
                      <a:pt x="225" y="252"/>
                      <a:pt x="227" y="258"/>
                    </a:cubicBezTo>
                    <a:cubicBezTo>
                      <a:pt x="228" y="264"/>
                      <a:pt x="229" y="277"/>
                      <a:pt x="220" y="291"/>
                    </a:cubicBezTo>
                    <a:cubicBezTo>
                      <a:pt x="217" y="295"/>
                      <a:pt x="218" y="300"/>
                      <a:pt x="222" y="302"/>
                    </a:cubicBezTo>
                    <a:cubicBezTo>
                      <a:pt x="225" y="305"/>
                      <a:pt x="230" y="304"/>
                      <a:pt x="233" y="300"/>
                    </a:cubicBezTo>
                    <a:cubicBezTo>
                      <a:pt x="242" y="287"/>
                      <a:pt x="246" y="271"/>
                      <a:pt x="243" y="255"/>
                    </a:cubicBezTo>
                    <a:cubicBezTo>
                      <a:pt x="242" y="250"/>
                      <a:pt x="240" y="245"/>
                      <a:pt x="238" y="241"/>
                    </a:cubicBezTo>
                    <a:cubicBezTo>
                      <a:pt x="237" y="241"/>
                      <a:pt x="237" y="240"/>
                      <a:pt x="237" y="240"/>
                    </a:cubicBezTo>
                    <a:cubicBezTo>
                      <a:pt x="230" y="227"/>
                      <a:pt x="236" y="211"/>
                      <a:pt x="245" y="202"/>
                    </a:cubicBezTo>
                    <a:cubicBezTo>
                      <a:pt x="255" y="190"/>
                      <a:pt x="270" y="183"/>
                      <a:pt x="285" y="176"/>
                    </a:cubicBezTo>
                    <a:cubicBezTo>
                      <a:pt x="309" y="164"/>
                      <a:pt x="309" y="164"/>
                      <a:pt x="309" y="164"/>
                    </a:cubicBezTo>
                    <a:cubicBezTo>
                      <a:pt x="314" y="162"/>
                      <a:pt x="318" y="160"/>
                      <a:pt x="323" y="159"/>
                    </a:cubicBezTo>
                    <a:cubicBezTo>
                      <a:pt x="327" y="159"/>
                      <a:pt x="332" y="160"/>
                      <a:pt x="336" y="163"/>
                    </a:cubicBezTo>
                    <a:cubicBezTo>
                      <a:pt x="340" y="167"/>
                      <a:pt x="343" y="171"/>
                      <a:pt x="343" y="176"/>
                    </a:cubicBezTo>
                    <a:cubicBezTo>
                      <a:pt x="344" y="183"/>
                      <a:pt x="340" y="191"/>
                      <a:pt x="335" y="200"/>
                    </a:cubicBezTo>
                    <a:cubicBezTo>
                      <a:pt x="332" y="205"/>
                      <a:pt x="330" y="211"/>
                      <a:pt x="328" y="217"/>
                    </a:cubicBezTo>
                    <a:cubicBezTo>
                      <a:pt x="322" y="235"/>
                      <a:pt x="326" y="257"/>
                      <a:pt x="340" y="272"/>
                    </a:cubicBezTo>
                    <a:cubicBezTo>
                      <a:pt x="319" y="285"/>
                      <a:pt x="302" y="313"/>
                      <a:pt x="307" y="340"/>
                    </a:cubicBezTo>
                    <a:cubicBezTo>
                      <a:pt x="310" y="358"/>
                      <a:pt x="321" y="375"/>
                      <a:pt x="336" y="384"/>
                    </a:cubicBezTo>
                    <a:cubicBezTo>
                      <a:pt x="337" y="385"/>
                      <a:pt x="338" y="385"/>
                      <a:pt x="339" y="386"/>
                    </a:cubicBezTo>
                    <a:cubicBezTo>
                      <a:pt x="332" y="395"/>
                      <a:pt x="327" y="407"/>
                      <a:pt x="326" y="420"/>
                    </a:cubicBezTo>
                    <a:cubicBezTo>
                      <a:pt x="325" y="435"/>
                      <a:pt x="327" y="457"/>
                      <a:pt x="342" y="470"/>
                    </a:cubicBezTo>
                    <a:cubicBezTo>
                      <a:pt x="344" y="471"/>
                      <a:pt x="345" y="472"/>
                      <a:pt x="347" y="474"/>
                    </a:cubicBezTo>
                    <a:cubicBezTo>
                      <a:pt x="348" y="475"/>
                      <a:pt x="349" y="477"/>
                      <a:pt x="350" y="479"/>
                    </a:cubicBezTo>
                    <a:cubicBezTo>
                      <a:pt x="351" y="480"/>
                      <a:pt x="352" y="482"/>
                      <a:pt x="352" y="483"/>
                    </a:cubicBezTo>
                    <a:cubicBezTo>
                      <a:pt x="357" y="493"/>
                      <a:pt x="357" y="505"/>
                      <a:pt x="356" y="515"/>
                    </a:cubicBezTo>
                    <a:cubicBezTo>
                      <a:pt x="356" y="520"/>
                      <a:pt x="360" y="524"/>
                      <a:pt x="364" y="524"/>
                    </a:cubicBezTo>
                    <a:cubicBezTo>
                      <a:pt x="364" y="524"/>
                      <a:pt x="365" y="524"/>
                      <a:pt x="365" y="524"/>
                    </a:cubicBezTo>
                    <a:cubicBezTo>
                      <a:pt x="369" y="524"/>
                      <a:pt x="373" y="520"/>
                      <a:pt x="373" y="516"/>
                    </a:cubicBezTo>
                    <a:cubicBezTo>
                      <a:pt x="373" y="506"/>
                      <a:pt x="373" y="495"/>
                      <a:pt x="370" y="484"/>
                    </a:cubicBezTo>
                    <a:cubicBezTo>
                      <a:pt x="374" y="485"/>
                      <a:pt x="379" y="485"/>
                      <a:pt x="383" y="485"/>
                    </a:cubicBezTo>
                    <a:cubicBezTo>
                      <a:pt x="396" y="485"/>
                      <a:pt x="407" y="481"/>
                      <a:pt x="413" y="477"/>
                    </a:cubicBezTo>
                    <a:cubicBezTo>
                      <a:pt x="417" y="474"/>
                      <a:pt x="417" y="469"/>
                      <a:pt x="415" y="466"/>
                    </a:cubicBezTo>
                    <a:cubicBezTo>
                      <a:pt x="412" y="462"/>
                      <a:pt x="407" y="461"/>
                      <a:pt x="404" y="464"/>
                    </a:cubicBezTo>
                    <a:cubicBezTo>
                      <a:pt x="399" y="467"/>
                      <a:pt x="379" y="475"/>
                      <a:pt x="359" y="462"/>
                    </a:cubicBezTo>
                    <a:cubicBezTo>
                      <a:pt x="358" y="461"/>
                      <a:pt x="357" y="460"/>
                      <a:pt x="355" y="460"/>
                    </a:cubicBezTo>
                    <a:cubicBezTo>
                      <a:pt x="354" y="459"/>
                      <a:pt x="353" y="458"/>
                      <a:pt x="352" y="457"/>
                    </a:cubicBezTo>
                    <a:cubicBezTo>
                      <a:pt x="342" y="449"/>
                      <a:pt x="342" y="431"/>
                      <a:pt x="343" y="421"/>
                    </a:cubicBezTo>
                    <a:cubicBezTo>
                      <a:pt x="343" y="407"/>
                      <a:pt x="350" y="395"/>
                      <a:pt x="360" y="387"/>
                    </a:cubicBezTo>
                    <a:cubicBezTo>
                      <a:pt x="363" y="385"/>
                      <a:pt x="364" y="381"/>
                      <a:pt x="362" y="377"/>
                    </a:cubicBezTo>
                    <a:cubicBezTo>
                      <a:pt x="361" y="374"/>
                      <a:pt x="357" y="372"/>
                      <a:pt x="353" y="373"/>
                    </a:cubicBezTo>
                    <a:cubicBezTo>
                      <a:pt x="352" y="374"/>
                      <a:pt x="348" y="373"/>
                      <a:pt x="344" y="370"/>
                    </a:cubicBezTo>
                    <a:cubicBezTo>
                      <a:pt x="336" y="365"/>
                      <a:pt x="326" y="353"/>
                      <a:pt x="323" y="337"/>
                    </a:cubicBezTo>
                    <a:cubicBezTo>
                      <a:pt x="319" y="315"/>
                      <a:pt x="336" y="289"/>
                      <a:pt x="354" y="282"/>
                    </a:cubicBezTo>
                    <a:cubicBezTo>
                      <a:pt x="358" y="281"/>
                      <a:pt x="360" y="276"/>
                      <a:pt x="359" y="272"/>
                    </a:cubicBezTo>
                    <a:cubicBezTo>
                      <a:pt x="358" y="270"/>
                      <a:pt x="357" y="269"/>
                      <a:pt x="356" y="268"/>
                    </a:cubicBezTo>
                    <a:cubicBezTo>
                      <a:pt x="356" y="266"/>
                      <a:pt x="355" y="265"/>
                      <a:pt x="354" y="263"/>
                    </a:cubicBezTo>
                    <a:cubicBezTo>
                      <a:pt x="343" y="253"/>
                      <a:pt x="338" y="236"/>
                      <a:pt x="343" y="222"/>
                    </a:cubicBezTo>
                    <a:cubicBezTo>
                      <a:pt x="345" y="217"/>
                      <a:pt x="347" y="212"/>
                      <a:pt x="350" y="207"/>
                    </a:cubicBezTo>
                    <a:cubicBezTo>
                      <a:pt x="354" y="198"/>
                      <a:pt x="359" y="189"/>
                      <a:pt x="359" y="177"/>
                    </a:cubicBezTo>
                    <a:cubicBezTo>
                      <a:pt x="359" y="177"/>
                      <a:pt x="360" y="177"/>
                      <a:pt x="360" y="177"/>
                    </a:cubicBezTo>
                    <a:cubicBezTo>
                      <a:pt x="372" y="177"/>
                      <a:pt x="384" y="171"/>
                      <a:pt x="390" y="160"/>
                    </a:cubicBezTo>
                    <a:cubicBezTo>
                      <a:pt x="397" y="148"/>
                      <a:pt x="399" y="133"/>
                      <a:pt x="394" y="119"/>
                    </a:cubicBezTo>
                    <a:cubicBezTo>
                      <a:pt x="392" y="114"/>
                      <a:pt x="388" y="112"/>
                      <a:pt x="383" y="114"/>
                    </a:cubicBezTo>
                    <a:cubicBezTo>
                      <a:pt x="379" y="115"/>
                      <a:pt x="377" y="120"/>
                      <a:pt x="378" y="124"/>
                    </a:cubicBezTo>
                    <a:cubicBezTo>
                      <a:pt x="382" y="134"/>
                      <a:pt x="381" y="144"/>
                      <a:pt x="377" y="151"/>
                    </a:cubicBezTo>
                    <a:cubicBezTo>
                      <a:pt x="372" y="159"/>
                      <a:pt x="363" y="163"/>
                      <a:pt x="356" y="161"/>
                    </a:cubicBezTo>
                    <a:cubicBezTo>
                      <a:pt x="355" y="161"/>
                      <a:pt x="355" y="161"/>
                      <a:pt x="354" y="160"/>
                    </a:cubicBezTo>
                    <a:cubicBezTo>
                      <a:pt x="352" y="157"/>
                      <a:pt x="349" y="154"/>
                      <a:pt x="346" y="151"/>
                    </a:cubicBezTo>
                    <a:cubicBezTo>
                      <a:pt x="339" y="145"/>
                      <a:pt x="329" y="142"/>
                      <a:pt x="321" y="143"/>
                    </a:cubicBezTo>
                    <a:cubicBezTo>
                      <a:pt x="314" y="144"/>
                      <a:pt x="307" y="147"/>
                      <a:pt x="302" y="150"/>
                    </a:cubicBezTo>
                    <a:cubicBezTo>
                      <a:pt x="278" y="161"/>
                      <a:pt x="278" y="161"/>
                      <a:pt x="278" y="161"/>
                    </a:cubicBezTo>
                    <a:cubicBezTo>
                      <a:pt x="262" y="169"/>
                      <a:pt x="245" y="177"/>
                      <a:pt x="233" y="191"/>
                    </a:cubicBezTo>
                    <a:cubicBezTo>
                      <a:pt x="225" y="200"/>
                      <a:pt x="218" y="213"/>
                      <a:pt x="218" y="226"/>
                    </a:cubicBezTo>
                    <a:cubicBezTo>
                      <a:pt x="199" y="218"/>
                      <a:pt x="176" y="216"/>
                      <a:pt x="154" y="220"/>
                    </a:cubicBezTo>
                    <a:cubicBezTo>
                      <a:pt x="144" y="190"/>
                      <a:pt x="149" y="160"/>
                      <a:pt x="169" y="132"/>
                    </a:cubicBezTo>
                    <a:cubicBezTo>
                      <a:pt x="194" y="96"/>
                      <a:pt x="241" y="94"/>
                      <a:pt x="258" y="94"/>
                    </a:cubicBezTo>
                    <a:cubicBezTo>
                      <a:pt x="263" y="93"/>
                      <a:pt x="265" y="93"/>
                      <a:pt x="267" y="93"/>
                    </a:cubicBezTo>
                    <a:cubicBezTo>
                      <a:pt x="273" y="91"/>
                      <a:pt x="277" y="85"/>
                      <a:pt x="282" y="77"/>
                    </a:cubicBezTo>
                    <a:cubicBezTo>
                      <a:pt x="293" y="58"/>
                      <a:pt x="312" y="27"/>
                      <a:pt x="374" y="21"/>
                    </a:cubicBezTo>
                    <a:cubicBezTo>
                      <a:pt x="398" y="18"/>
                      <a:pt x="422" y="16"/>
                      <a:pt x="441" y="27"/>
                    </a:cubicBezTo>
                    <a:cubicBezTo>
                      <a:pt x="508" y="62"/>
                      <a:pt x="517" y="150"/>
                      <a:pt x="489" y="219"/>
                    </a:cubicBezTo>
                    <a:cubicBezTo>
                      <a:pt x="487" y="217"/>
                      <a:pt x="486" y="216"/>
                      <a:pt x="484" y="214"/>
                    </a:cubicBezTo>
                    <a:cubicBezTo>
                      <a:pt x="481" y="211"/>
                      <a:pt x="476" y="211"/>
                      <a:pt x="473" y="214"/>
                    </a:cubicBezTo>
                    <a:cubicBezTo>
                      <a:pt x="470" y="217"/>
                      <a:pt x="470" y="223"/>
                      <a:pt x="473" y="226"/>
                    </a:cubicBezTo>
                    <a:cubicBezTo>
                      <a:pt x="477" y="229"/>
                      <a:pt x="480" y="233"/>
                      <a:pt x="483" y="237"/>
                    </a:cubicBezTo>
                    <a:cubicBezTo>
                      <a:pt x="483" y="239"/>
                      <a:pt x="485" y="240"/>
                      <a:pt x="486" y="241"/>
                    </a:cubicBezTo>
                    <a:cubicBezTo>
                      <a:pt x="494" y="253"/>
                      <a:pt x="499" y="266"/>
                      <a:pt x="501" y="279"/>
                    </a:cubicBezTo>
                    <a:cubicBezTo>
                      <a:pt x="503" y="297"/>
                      <a:pt x="501" y="314"/>
                      <a:pt x="498" y="333"/>
                    </a:cubicBezTo>
                    <a:cubicBezTo>
                      <a:pt x="496" y="343"/>
                      <a:pt x="495" y="354"/>
                      <a:pt x="494" y="365"/>
                    </a:cubicBezTo>
                    <a:cubicBezTo>
                      <a:pt x="494" y="371"/>
                      <a:pt x="494" y="378"/>
                      <a:pt x="494" y="385"/>
                    </a:cubicBezTo>
                    <a:cubicBezTo>
                      <a:pt x="494" y="402"/>
                      <a:pt x="494" y="418"/>
                      <a:pt x="488" y="432"/>
                    </a:cubicBezTo>
                    <a:cubicBezTo>
                      <a:pt x="485" y="439"/>
                      <a:pt x="480" y="447"/>
                      <a:pt x="473" y="447"/>
                    </a:cubicBezTo>
                    <a:cubicBezTo>
                      <a:pt x="467" y="447"/>
                      <a:pt x="460" y="441"/>
                      <a:pt x="452" y="427"/>
                    </a:cubicBezTo>
                    <a:cubicBezTo>
                      <a:pt x="450" y="423"/>
                      <a:pt x="445" y="422"/>
                      <a:pt x="441" y="424"/>
                    </a:cubicBezTo>
                    <a:cubicBezTo>
                      <a:pt x="437" y="426"/>
                      <a:pt x="436" y="431"/>
                      <a:pt x="438" y="435"/>
                    </a:cubicBezTo>
                    <a:cubicBezTo>
                      <a:pt x="442" y="441"/>
                      <a:pt x="450" y="456"/>
                      <a:pt x="464" y="461"/>
                    </a:cubicBezTo>
                    <a:cubicBezTo>
                      <a:pt x="468" y="473"/>
                      <a:pt x="473" y="484"/>
                      <a:pt x="478" y="495"/>
                    </a:cubicBezTo>
                    <a:cubicBezTo>
                      <a:pt x="482" y="504"/>
                      <a:pt x="486" y="512"/>
                      <a:pt x="490" y="520"/>
                    </a:cubicBezTo>
                    <a:cubicBezTo>
                      <a:pt x="505" y="558"/>
                      <a:pt x="509" y="600"/>
                      <a:pt x="503" y="640"/>
                    </a:cubicBezTo>
                    <a:cubicBezTo>
                      <a:pt x="502" y="645"/>
                      <a:pt x="501" y="651"/>
                      <a:pt x="497" y="655"/>
                    </a:cubicBezTo>
                    <a:cubicBezTo>
                      <a:pt x="493" y="660"/>
                      <a:pt x="485" y="661"/>
                      <a:pt x="472" y="660"/>
                    </a:cubicBezTo>
                    <a:cubicBezTo>
                      <a:pt x="425" y="654"/>
                      <a:pt x="380" y="625"/>
                      <a:pt x="334" y="571"/>
                    </a:cubicBezTo>
                    <a:cubicBezTo>
                      <a:pt x="331" y="568"/>
                      <a:pt x="331" y="568"/>
                      <a:pt x="331" y="568"/>
                    </a:cubicBezTo>
                    <a:cubicBezTo>
                      <a:pt x="321" y="557"/>
                      <a:pt x="312" y="545"/>
                      <a:pt x="299" y="537"/>
                    </a:cubicBezTo>
                    <a:cubicBezTo>
                      <a:pt x="278" y="523"/>
                      <a:pt x="252" y="521"/>
                      <a:pt x="232" y="520"/>
                    </a:cubicBezTo>
                    <a:cubicBezTo>
                      <a:pt x="229" y="520"/>
                      <a:pt x="229" y="520"/>
                      <a:pt x="229" y="520"/>
                    </a:cubicBezTo>
                    <a:cubicBezTo>
                      <a:pt x="219" y="519"/>
                      <a:pt x="210" y="519"/>
                      <a:pt x="202" y="516"/>
                    </a:cubicBezTo>
                    <a:cubicBezTo>
                      <a:pt x="186" y="510"/>
                      <a:pt x="177" y="492"/>
                      <a:pt x="172" y="479"/>
                    </a:cubicBezTo>
                    <a:cubicBezTo>
                      <a:pt x="170" y="473"/>
                      <a:pt x="168" y="466"/>
                      <a:pt x="166" y="459"/>
                    </a:cubicBezTo>
                    <a:cubicBezTo>
                      <a:pt x="163" y="448"/>
                      <a:pt x="160" y="437"/>
                      <a:pt x="155" y="426"/>
                    </a:cubicBezTo>
                    <a:cubicBezTo>
                      <a:pt x="144" y="404"/>
                      <a:pt x="125" y="386"/>
                      <a:pt x="102" y="377"/>
                    </a:cubicBezTo>
                    <a:cubicBezTo>
                      <a:pt x="93" y="373"/>
                      <a:pt x="82" y="370"/>
                      <a:pt x="71" y="371"/>
                    </a:cubicBezTo>
                    <a:cubicBezTo>
                      <a:pt x="60" y="302"/>
                      <a:pt x="93" y="267"/>
                      <a:pt x="114" y="253"/>
                    </a:cubicBezTo>
                    <a:close/>
                    <a:moveTo>
                      <a:pt x="504" y="735"/>
                    </a:moveTo>
                    <a:cubicBezTo>
                      <a:pt x="502" y="744"/>
                      <a:pt x="500" y="757"/>
                      <a:pt x="494" y="767"/>
                    </a:cubicBezTo>
                    <a:cubicBezTo>
                      <a:pt x="488" y="776"/>
                      <a:pt x="480" y="783"/>
                      <a:pt x="471" y="785"/>
                    </a:cubicBezTo>
                    <a:cubicBezTo>
                      <a:pt x="466" y="786"/>
                      <a:pt x="464" y="790"/>
                      <a:pt x="465" y="795"/>
                    </a:cubicBezTo>
                    <a:cubicBezTo>
                      <a:pt x="466" y="798"/>
                      <a:pt x="469" y="801"/>
                      <a:pt x="473" y="801"/>
                    </a:cubicBezTo>
                    <a:cubicBezTo>
                      <a:pt x="473" y="801"/>
                      <a:pt x="474" y="801"/>
                      <a:pt x="474" y="801"/>
                    </a:cubicBezTo>
                    <a:cubicBezTo>
                      <a:pt x="481" y="799"/>
                      <a:pt x="486" y="796"/>
                      <a:pt x="492" y="792"/>
                    </a:cubicBezTo>
                    <a:cubicBezTo>
                      <a:pt x="498" y="814"/>
                      <a:pt x="495" y="838"/>
                      <a:pt x="490" y="863"/>
                    </a:cubicBezTo>
                    <a:cubicBezTo>
                      <a:pt x="488" y="876"/>
                      <a:pt x="485" y="890"/>
                      <a:pt x="478" y="900"/>
                    </a:cubicBezTo>
                    <a:cubicBezTo>
                      <a:pt x="472" y="909"/>
                      <a:pt x="460" y="915"/>
                      <a:pt x="450" y="912"/>
                    </a:cubicBezTo>
                    <a:cubicBezTo>
                      <a:pt x="446" y="910"/>
                      <a:pt x="441" y="912"/>
                      <a:pt x="440" y="917"/>
                    </a:cubicBezTo>
                    <a:cubicBezTo>
                      <a:pt x="438" y="921"/>
                      <a:pt x="440" y="925"/>
                      <a:pt x="444" y="927"/>
                    </a:cubicBezTo>
                    <a:cubicBezTo>
                      <a:pt x="448" y="928"/>
                      <a:pt x="452" y="929"/>
                      <a:pt x="456" y="929"/>
                    </a:cubicBezTo>
                    <a:cubicBezTo>
                      <a:pt x="465" y="929"/>
                      <a:pt x="474" y="925"/>
                      <a:pt x="481" y="919"/>
                    </a:cubicBezTo>
                    <a:cubicBezTo>
                      <a:pt x="487" y="929"/>
                      <a:pt x="491" y="940"/>
                      <a:pt x="493" y="951"/>
                    </a:cubicBezTo>
                    <a:cubicBezTo>
                      <a:pt x="494" y="959"/>
                      <a:pt x="494" y="967"/>
                      <a:pt x="494" y="974"/>
                    </a:cubicBezTo>
                    <a:cubicBezTo>
                      <a:pt x="494" y="985"/>
                      <a:pt x="494" y="997"/>
                      <a:pt x="491" y="1007"/>
                    </a:cubicBezTo>
                    <a:cubicBezTo>
                      <a:pt x="487" y="1017"/>
                      <a:pt x="482" y="1025"/>
                      <a:pt x="474" y="1029"/>
                    </a:cubicBezTo>
                    <a:cubicBezTo>
                      <a:pt x="472" y="1028"/>
                      <a:pt x="469" y="1029"/>
                      <a:pt x="467" y="1030"/>
                    </a:cubicBezTo>
                    <a:cubicBezTo>
                      <a:pt x="464" y="1033"/>
                      <a:pt x="463" y="1038"/>
                      <a:pt x="465" y="1042"/>
                    </a:cubicBezTo>
                    <a:cubicBezTo>
                      <a:pt x="467" y="1044"/>
                      <a:pt x="470" y="1046"/>
                      <a:pt x="474" y="1046"/>
                    </a:cubicBezTo>
                    <a:cubicBezTo>
                      <a:pt x="476" y="1046"/>
                      <a:pt x="478" y="1045"/>
                      <a:pt x="480" y="1044"/>
                    </a:cubicBezTo>
                    <a:cubicBezTo>
                      <a:pt x="484" y="1042"/>
                      <a:pt x="488" y="1040"/>
                      <a:pt x="491" y="1036"/>
                    </a:cubicBezTo>
                    <a:cubicBezTo>
                      <a:pt x="490" y="1054"/>
                      <a:pt x="478" y="1070"/>
                      <a:pt x="469" y="1080"/>
                    </a:cubicBezTo>
                    <a:cubicBezTo>
                      <a:pt x="456" y="1095"/>
                      <a:pt x="443" y="1105"/>
                      <a:pt x="429" y="1111"/>
                    </a:cubicBezTo>
                    <a:cubicBezTo>
                      <a:pt x="399" y="1122"/>
                      <a:pt x="364" y="1112"/>
                      <a:pt x="333" y="1102"/>
                    </a:cubicBezTo>
                    <a:cubicBezTo>
                      <a:pt x="311" y="1094"/>
                      <a:pt x="289" y="1086"/>
                      <a:pt x="269" y="1073"/>
                    </a:cubicBezTo>
                    <a:cubicBezTo>
                      <a:pt x="254" y="1063"/>
                      <a:pt x="241" y="1051"/>
                      <a:pt x="230" y="1036"/>
                    </a:cubicBezTo>
                    <a:cubicBezTo>
                      <a:pt x="230" y="1034"/>
                      <a:pt x="229" y="1033"/>
                      <a:pt x="227" y="1032"/>
                    </a:cubicBezTo>
                    <a:cubicBezTo>
                      <a:pt x="220" y="1021"/>
                      <a:pt x="214" y="1010"/>
                      <a:pt x="210" y="999"/>
                    </a:cubicBezTo>
                    <a:cubicBezTo>
                      <a:pt x="209" y="995"/>
                      <a:pt x="204" y="993"/>
                      <a:pt x="200" y="994"/>
                    </a:cubicBezTo>
                    <a:cubicBezTo>
                      <a:pt x="196" y="996"/>
                      <a:pt x="193" y="1000"/>
                      <a:pt x="195" y="1004"/>
                    </a:cubicBezTo>
                    <a:cubicBezTo>
                      <a:pt x="197" y="1011"/>
                      <a:pt x="200" y="1018"/>
                      <a:pt x="204" y="1024"/>
                    </a:cubicBezTo>
                    <a:cubicBezTo>
                      <a:pt x="192" y="1018"/>
                      <a:pt x="182" y="1010"/>
                      <a:pt x="174" y="1000"/>
                    </a:cubicBezTo>
                    <a:cubicBezTo>
                      <a:pt x="163" y="983"/>
                      <a:pt x="158" y="963"/>
                      <a:pt x="161" y="943"/>
                    </a:cubicBezTo>
                    <a:cubicBezTo>
                      <a:pt x="161" y="940"/>
                      <a:pt x="160" y="937"/>
                      <a:pt x="157" y="935"/>
                    </a:cubicBezTo>
                    <a:cubicBezTo>
                      <a:pt x="155" y="934"/>
                      <a:pt x="152" y="933"/>
                      <a:pt x="149" y="935"/>
                    </a:cubicBezTo>
                    <a:cubicBezTo>
                      <a:pt x="139" y="939"/>
                      <a:pt x="128" y="935"/>
                      <a:pt x="120" y="929"/>
                    </a:cubicBezTo>
                    <a:cubicBezTo>
                      <a:pt x="110" y="921"/>
                      <a:pt x="104" y="909"/>
                      <a:pt x="100" y="899"/>
                    </a:cubicBezTo>
                    <a:cubicBezTo>
                      <a:pt x="87" y="868"/>
                      <a:pt x="81" y="834"/>
                      <a:pt x="83" y="800"/>
                    </a:cubicBezTo>
                    <a:cubicBezTo>
                      <a:pt x="88" y="805"/>
                      <a:pt x="94" y="809"/>
                      <a:pt x="100" y="812"/>
                    </a:cubicBezTo>
                    <a:cubicBezTo>
                      <a:pt x="101" y="812"/>
                      <a:pt x="103" y="813"/>
                      <a:pt x="104" y="813"/>
                    </a:cubicBezTo>
                    <a:cubicBezTo>
                      <a:pt x="107" y="813"/>
                      <a:pt x="110" y="811"/>
                      <a:pt x="111" y="808"/>
                    </a:cubicBezTo>
                    <a:cubicBezTo>
                      <a:pt x="113" y="804"/>
                      <a:pt x="111" y="799"/>
                      <a:pt x="107" y="797"/>
                    </a:cubicBezTo>
                    <a:cubicBezTo>
                      <a:pt x="92" y="791"/>
                      <a:pt x="81" y="776"/>
                      <a:pt x="72" y="753"/>
                    </a:cubicBezTo>
                    <a:cubicBezTo>
                      <a:pt x="59" y="721"/>
                      <a:pt x="55" y="686"/>
                      <a:pt x="59" y="652"/>
                    </a:cubicBezTo>
                    <a:cubicBezTo>
                      <a:pt x="60" y="653"/>
                      <a:pt x="61" y="653"/>
                      <a:pt x="61" y="654"/>
                    </a:cubicBezTo>
                    <a:cubicBezTo>
                      <a:pt x="70" y="663"/>
                      <a:pt x="79" y="672"/>
                      <a:pt x="78" y="681"/>
                    </a:cubicBezTo>
                    <a:cubicBezTo>
                      <a:pt x="78" y="686"/>
                      <a:pt x="82" y="689"/>
                      <a:pt x="86" y="690"/>
                    </a:cubicBezTo>
                    <a:cubicBezTo>
                      <a:pt x="86" y="690"/>
                      <a:pt x="86" y="690"/>
                      <a:pt x="86" y="690"/>
                    </a:cubicBezTo>
                    <a:cubicBezTo>
                      <a:pt x="91" y="690"/>
                      <a:pt x="94" y="686"/>
                      <a:pt x="95" y="682"/>
                    </a:cubicBezTo>
                    <a:cubicBezTo>
                      <a:pt x="95" y="665"/>
                      <a:pt x="83" y="653"/>
                      <a:pt x="73" y="643"/>
                    </a:cubicBezTo>
                    <a:cubicBezTo>
                      <a:pt x="72" y="642"/>
                      <a:pt x="71" y="641"/>
                      <a:pt x="70" y="640"/>
                    </a:cubicBezTo>
                    <a:cubicBezTo>
                      <a:pt x="31" y="600"/>
                      <a:pt x="16" y="533"/>
                      <a:pt x="35" y="486"/>
                    </a:cubicBezTo>
                    <a:cubicBezTo>
                      <a:pt x="43" y="495"/>
                      <a:pt x="53" y="499"/>
                      <a:pt x="64" y="499"/>
                    </a:cubicBezTo>
                    <a:cubicBezTo>
                      <a:pt x="68" y="498"/>
                      <a:pt x="72" y="495"/>
                      <a:pt x="72" y="490"/>
                    </a:cubicBezTo>
                    <a:cubicBezTo>
                      <a:pt x="71" y="486"/>
                      <a:pt x="68" y="482"/>
                      <a:pt x="63" y="482"/>
                    </a:cubicBezTo>
                    <a:cubicBezTo>
                      <a:pt x="54" y="483"/>
                      <a:pt x="46" y="476"/>
                      <a:pt x="42" y="469"/>
                    </a:cubicBezTo>
                    <a:cubicBezTo>
                      <a:pt x="37" y="459"/>
                      <a:pt x="36" y="447"/>
                      <a:pt x="36" y="438"/>
                    </a:cubicBezTo>
                    <a:cubicBezTo>
                      <a:pt x="36" y="416"/>
                      <a:pt x="41" y="402"/>
                      <a:pt x="51" y="394"/>
                    </a:cubicBezTo>
                    <a:cubicBezTo>
                      <a:pt x="64" y="383"/>
                      <a:pt x="83" y="386"/>
                      <a:pt x="96" y="392"/>
                    </a:cubicBezTo>
                    <a:cubicBezTo>
                      <a:pt x="115" y="399"/>
                      <a:pt x="131" y="415"/>
                      <a:pt x="140" y="433"/>
                    </a:cubicBezTo>
                    <a:cubicBezTo>
                      <a:pt x="145" y="443"/>
                      <a:pt x="148" y="453"/>
                      <a:pt x="151" y="464"/>
                    </a:cubicBezTo>
                    <a:cubicBezTo>
                      <a:pt x="153" y="471"/>
                      <a:pt x="155" y="478"/>
                      <a:pt x="157" y="485"/>
                    </a:cubicBezTo>
                    <a:cubicBezTo>
                      <a:pt x="166" y="508"/>
                      <a:pt x="179" y="524"/>
                      <a:pt x="195" y="531"/>
                    </a:cubicBezTo>
                    <a:cubicBezTo>
                      <a:pt x="206" y="535"/>
                      <a:pt x="217" y="536"/>
                      <a:pt x="228" y="536"/>
                    </a:cubicBezTo>
                    <a:cubicBezTo>
                      <a:pt x="231" y="536"/>
                      <a:pt x="231" y="536"/>
                      <a:pt x="231" y="536"/>
                    </a:cubicBezTo>
                    <a:cubicBezTo>
                      <a:pt x="249" y="537"/>
                      <a:pt x="272" y="539"/>
                      <a:pt x="290" y="551"/>
                    </a:cubicBezTo>
                    <a:cubicBezTo>
                      <a:pt x="301" y="558"/>
                      <a:pt x="309" y="568"/>
                      <a:pt x="318" y="578"/>
                    </a:cubicBezTo>
                    <a:cubicBezTo>
                      <a:pt x="322" y="582"/>
                      <a:pt x="322" y="582"/>
                      <a:pt x="322" y="582"/>
                    </a:cubicBezTo>
                    <a:cubicBezTo>
                      <a:pt x="371" y="639"/>
                      <a:pt x="419" y="670"/>
                      <a:pt x="470" y="676"/>
                    </a:cubicBezTo>
                    <a:cubicBezTo>
                      <a:pt x="474" y="676"/>
                      <a:pt x="477" y="677"/>
                      <a:pt x="480" y="677"/>
                    </a:cubicBezTo>
                    <a:cubicBezTo>
                      <a:pt x="483" y="677"/>
                      <a:pt x="486" y="676"/>
                      <a:pt x="489" y="676"/>
                    </a:cubicBezTo>
                    <a:cubicBezTo>
                      <a:pt x="489" y="677"/>
                      <a:pt x="490" y="677"/>
                      <a:pt x="491" y="678"/>
                    </a:cubicBezTo>
                    <a:cubicBezTo>
                      <a:pt x="498" y="683"/>
                      <a:pt x="503" y="692"/>
                      <a:pt x="505" y="702"/>
                    </a:cubicBezTo>
                    <a:cubicBezTo>
                      <a:pt x="507" y="714"/>
                      <a:pt x="506" y="726"/>
                      <a:pt x="504" y="735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6" name="iṩľiḋe" descr="fa16a037-dfe0-4132-99c1-e9d50545cef8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6307618" y="2709093"/>
                <a:ext cx="236627" cy="496635"/>
              </a:xfrm>
              <a:custGeom>
                <a:avLst/>
                <a:gdLst>
                  <a:gd name="T0" fmla="*/ 38 w 75"/>
                  <a:gd name="T1" fmla="*/ 48 h 171"/>
                  <a:gd name="T2" fmla="*/ 31 w 75"/>
                  <a:gd name="T3" fmla="*/ 48 h 171"/>
                  <a:gd name="T4" fmla="*/ 23 w 75"/>
                  <a:gd name="T5" fmla="*/ 77 h 171"/>
                  <a:gd name="T6" fmla="*/ 29 w 75"/>
                  <a:gd name="T7" fmla="*/ 105 h 171"/>
                  <a:gd name="T8" fmla="*/ 33 w 75"/>
                  <a:gd name="T9" fmla="*/ 118 h 171"/>
                  <a:gd name="T10" fmla="*/ 32 w 75"/>
                  <a:gd name="T11" fmla="*/ 166 h 171"/>
                  <a:gd name="T12" fmla="*/ 25 w 75"/>
                  <a:gd name="T13" fmla="*/ 171 h 171"/>
                  <a:gd name="T14" fmla="*/ 22 w 75"/>
                  <a:gd name="T15" fmla="*/ 170 h 171"/>
                  <a:gd name="T16" fmla="*/ 17 w 75"/>
                  <a:gd name="T17" fmla="*/ 160 h 171"/>
                  <a:gd name="T18" fmla="*/ 17 w 75"/>
                  <a:gd name="T19" fmla="*/ 122 h 171"/>
                  <a:gd name="T20" fmla="*/ 14 w 75"/>
                  <a:gd name="T21" fmla="*/ 110 h 171"/>
                  <a:gd name="T22" fmla="*/ 7 w 75"/>
                  <a:gd name="T23" fmla="*/ 78 h 171"/>
                  <a:gd name="T24" fmla="*/ 16 w 75"/>
                  <a:gd name="T25" fmla="*/ 40 h 171"/>
                  <a:gd name="T26" fmla="*/ 10 w 75"/>
                  <a:gd name="T27" fmla="*/ 33 h 171"/>
                  <a:gd name="T28" fmla="*/ 1 w 75"/>
                  <a:gd name="T29" fmla="*/ 10 h 171"/>
                  <a:gd name="T30" fmla="*/ 8 w 75"/>
                  <a:gd name="T31" fmla="*/ 1 h 171"/>
                  <a:gd name="T32" fmla="*/ 17 w 75"/>
                  <a:gd name="T33" fmla="*/ 7 h 171"/>
                  <a:gd name="T34" fmla="*/ 24 w 75"/>
                  <a:gd name="T35" fmla="*/ 24 h 171"/>
                  <a:gd name="T36" fmla="*/ 30 w 75"/>
                  <a:gd name="T37" fmla="*/ 30 h 171"/>
                  <a:gd name="T38" fmla="*/ 34 w 75"/>
                  <a:gd name="T39" fmla="*/ 32 h 171"/>
                  <a:gd name="T40" fmla="*/ 38 w 75"/>
                  <a:gd name="T41" fmla="*/ 32 h 171"/>
                  <a:gd name="T42" fmla="*/ 60 w 75"/>
                  <a:gd name="T43" fmla="*/ 27 h 171"/>
                  <a:gd name="T44" fmla="*/ 72 w 75"/>
                  <a:gd name="T45" fmla="*/ 26 h 171"/>
                  <a:gd name="T46" fmla="*/ 72 w 75"/>
                  <a:gd name="T47" fmla="*/ 38 h 171"/>
                  <a:gd name="T48" fmla="*/ 38 w 75"/>
                  <a:gd name="T49" fmla="*/ 48 h 171"/>
                  <a:gd name="T50" fmla="*/ 38 w 75"/>
                  <a:gd name="T51" fmla="*/ 48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5" h="171">
                    <a:moveTo>
                      <a:pt x="38" y="48"/>
                    </a:moveTo>
                    <a:cubicBezTo>
                      <a:pt x="36" y="48"/>
                      <a:pt x="34" y="48"/>
                      <a:pt x="31" y="48"/>
                    </a:cubicBezTo>
                    <a:cubicBezTo>
                      <a:pt x="24" y="55"/>
                      <a:pt x="22" y="67"/>
                      <a:pt x="23" y="77"/>
                    </a:cubicBezTo>
                    <a:cubicBezTo>
                      <a:pt x="24" y="86"/>
                      <a:pt x="26" y="96"/>
                      <a:pt x="29" y="105"/>
                    </a:cubicBezTo>
                    <a:cubicBezTo>
                      <a:pt x="31" y="109"/>
                      <a:pt x="32" y="114"/>
                      <a:pt x="33" y="118"/>
                    </a:cubicBezTo>
                    <a:cubicBezTo>
                      <a:pt x="38" y="138"/>
                      <a:pt x="38" y="153"/>
                      <a:pt x="32" y="166"/>
                    </a:cubicBezTo>
                    <a:cubicBezTo>
                      <a:pt x="31" y="169"/>
                      <a:pt x="28" y="171"/>
                      <a:pt x="25" y="171"/>
                    </a:cubicBezTo>
                    <a:cubicBezTo>
                      <a:pt x="24" y="171"/>
                      <a:pt x="23" y="171"/>
                      <a:pt x="22" y="170"/>
                    </a:cubicBezTo>
                    <a:cubicBezTo>
                      <a:pt x="17" y="169"/>
                      <a:pt x="16" y="164"/>
                      <a:pt x="17" y="160"/>
                    </a:cubicBezTo>
                    <a:cubicBezTo>
                      <a:pt x="22" y="150"/>
                      <a:pt x="22" y="138"/>
                      <a:pt x="17" y="122"/>
                    </a:cubicBezTo>
                    <a:cubicBezTo>
                      <a:pt x="16" y="118"/>
                      <a:pt x="15" y="114"/>
                      <a:pt x="14" y="110"/>
                    </a:cubicBezTo>
                    <a:cubicBezTo>
                      <a:pt x="11" y="100"/>
                      <a:pt x="8" y="89"/>
                      <a:pt x="7" y="78"/>
                    </a:cubicBezTo>
                    <a:cubicBezTo>
                      <a:pt x="5" y="64"/>
                      <a:pt x="9" y="50"/>
                      <a:pt x="16" y="40"/>
                    </a:cubicBezTo>
                    <a:cubicBezTo>
                      <a:pt x="14" y="38"/>
                      <a:pt x="12" y="36"/>
                      <a:pt x="10" y="33"/>
                    </a:cubicBezTo>
                    <a:cubicBezTo>
                      <a:pt x="6" y="26"/>
                      <a:pt x="3" y="19"/>
                      <a:pt x="1" y="10"/>
                    </a:cubicBezTo>
                    <a:cubicBezTo>
                      <a:pt x="0" y="6"/>
                      <a:pt x="3" y="2"/>
                      <a:pt x="8" y="1"/>
                    </a:cubicBezTo>
                    <a:cubicBezTo>
                      <a:pt x="12" y="0"/>
                      <a:pt x="16" y="3"/>
                      <a:pt x="17" y="7"/>
                    </a:cubicBezTo>
                    <a:cubicBezTo>
                      <a:pt x="18" y="13"/>
                      <a:pt x="21" y="19"/>
                      <a:pt x="24" y="24"/>
                    </a:cubicBezTo>
                    <a:cubicBezTo>
                      <a:pt x="26" y="27"/>
                      <a:pt x="28" y="29"/>
                      <a:pt x="30" y="30"/>
                    </a:cubicBezTo>
                    <a:cubicBezTo>
                      <a:pt x="31" y="31"/>
                      <a:pt x="32" y="31"/>
                      <a:pt x="34" y="32"/>
                    </a:cubicBezTo>
                    <a:cubicBezTo>
                      <a:pt x="35" y="32"/>
                      <a:pt x="36" y="32"/>
                      <a:pt x="38" y="32"/>
                    </a:cubicBezTo>
                    <a:cubicBezTo>
                      <a:pt x="47" y="32"/>
                      <a:pt x="56" y="31"/>
                      <a:pt x="60" y="27"/>
                    </a:cubicBezTo>
                    <a:cubicBezTo>
                      <a:pt x="63" y="23"/>
                      <a:pt x="68" y="23"/>
                      <a:pt x="72" y="26"/>
                    </a:cubicBezTo>
                    <a:cubicBezTo>
                      <a:pt x="75" y="29"/>
                      <a:pt x="75" y="34"/>
                      <a:pt x="72" y="38"/>
                    </a:cubicBezTo>
                    <a:cubicBezTo>
                      <a:pt x="63" y="47"/>
                      <a:pt x="50" y="48"/>
                      <a:pt x="38" y="48"/>
                    </a:cubicBezTo>
                    <a:cubicBezTo>
                      <a:pt x="38" y="48"/>
                      <a:pt x="38" y="48"/>
                      <a:pt x="38" y="48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7" name="ï$ļïḋê" descr="13d73f42-65ba-4153-b2b7-be15f40d14d4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6817423" y="3235988"/>
                <a:ext cx="119275" cy="350671"/>
              </a:xfrm>
              <a:custGeom>
                <a:avLst/>
                <a:gdLst>
                  <a:gd name="T0" fmla="*/ 22 w 38"/>
                  <a:gd name="T1" fmla="*/ 121 h 121"/>
                  <a:gd name="T2" fmla="*/ 17 w 38"/>
                  <a:gd name="T3" fmla="*/ 120 h 121"/>
                  <a:gd name="T4" fmla="*/ 15 w 38"/>
                  <a:gd name="T5" fmla="*/ 109 h 121"/>
                  <a:gd name="T6" fmla="*/ 17 w 38"/>
                  <a:gd name="T7" fmla="*/ 78 h 121"/>
                  <a:gd name="T8" fmla="*/ 13 w 38"/>
                  <a:gd name="T9" fmla="*/ 69 h 121"/>
                  <a:gd name="T10" fmla="*/ 8 w 38"/>
                  <a:gd name="T11" fmla="*/ 61 h 121"/>
                  <a:gd name="T12" fmla="*/ 10 w 38"/>
                  <a:gd name="T13" fmla="*/ 5 h 121"/>
                  <a:gd name="T14" fmla="*/ 21 w 38"/>
                  <a:gd name="T15" fmla="*/ 2 h 121"/>
                  <a:gd name="T16" fmla="*/ 24 w 38"/>
                  <a:gd name="T17" fmla="*/ 13 h 121"/>
                  <a:gd name="T18" fmla="*/ 23 w 38"/>
                  <a:gd name="T19" fmla="*/ 54 h 121"/>
                  <a:gd name="T20" fmla="*/ 27 w 38"/>
                  <a:gd name="T21" fmla="*/ 61 h 121"/>
                  <a:gd name="T22" fmla="*/ 32 w 38"/>
                  <a:gd name="T23" fmla="*/ 72 h 121"/>
                  <a:gd name="T24" fmla="*/ 28 w 38"/>
                  <a:gd name="T25" fmla="*/ 117 h 121"/>
                  <a:gd name="T26" fmla="*/ 22 w 38"/>
                  <a:gd name="T27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" h="121">
                    <a:moveTo>
                      <a:pt x="22" y="121"/>
                    </a:moveTo>
                    <a:cubicBezTo>
                      <a:pt x="20" y="121"/>
                      <a:pt x="19" y="121"/>
                      <a:pt x="17" y="120"/>
                    </a:cubicBezTo>
                    <a:cubicBezTo>
                      <a:pt x="13" y="118"/>
                      <a:pt x="12" y="113"/>
                      <a:pt x="15" y="109"/>
                    </a:cubicBezTo>
                    <a:cubicBezTo>
                      <a:pt x="20" y="100"/>
                      <a:pt x="21" y="88"/>
                      <a:pt x="17" y="78"/>
                    </a:cubicBezTo>
                    <a:cubicBezTo>
                      <a:pt x="16" y="75"/>
                      <a:pt x="14" y="72"/>
                      <a:pt x="13" y="69"/>
                    </a:cubicBezTo>
                    <a:cubicBezTo>
                      <a:pt x="11" y="66"/>
                      <a:pt x="10" y="64"/>
                      <a:pt x="8" y="61"/>
                    </a:cubicBezTo>
                    <a:cubicBezTo>
                      <a:pt x="0" y="43"/>
                      <a:pt x="1" y="22"/>
                      <a:pt x="10" y="5"/>
                    </a:cubicBezTo>
                    <a:cubicBezTo>
                      <a:pt x="13" y="1"/>
                      <a:pt x="17" y="0"/>
                      <a:pt x="21" y="2"/>
                    </a:cubicBezTo>
                    <a:cubicBezTo>
                      <a:pt x="25" y="4"/>
                      <a:pt x="27" y="9"/>
                      <a:pt x="24" y="13"/>
                    </a:cubicBezTo>
                    <a:cubicBezTo>
                      <a:pt x="17" y="25"/>
                      <a:pt x="17" y="41"/>
                      <a:pt x="23" y="54"/>
                    </a:cubicBezTo>
                    <a:cubicBezTo>
                      <a:pt x="24" y="56"/>
                      <a:pt x="25" y="59"/>
                      <a:pt x="27" y="61"/>
                    </a:cubicBezTo>
                    <a:cubicBezTo>
                      <a:pt x="29" y="64"/>
                      <a:pt x="31" y="68"/>
                      <a:pt x="32" y="72"/>
                    </a:cubicBezTo>
                    <a:cubicBezTo>
                      <a:pt x="38" y="86"/>
                      <a:pt x="37" y="104"/>
                      <a:pt x="28" y="117"/>
                    </a:cubicBezTo>
                    <a:cubicBezTo>
                      <a:pt x="27" y="120"/>
                      <a:pt x="24" y="121"/>
                      <a:pt x="22" y="12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8" name="iṡľidé" descr="f0270eef-987f-4c38-b083-6a9165c071d4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6351864" y="3308969"/>
                <a:ext cx="125047" cy="364911"/>
              </a:xfrm>
              <a:custGeom>
                <a:avLst/>
                <a:gdLst>
                  <a:gd name="T0" fmla="*/ 23 w 40"/>
                  <a:gd name="T1" fmla="*/ 92 h 126"/>
                  <a:gd name="T2" fmla="*/ 24 w 40"/>
                  <a:gd name="T3" fmla="*/ 116 h 126"/>
                  <a:gd name="T4" fmla="*/ 19 w 40"/>
                  <a:gd name="T5" fmla="*/ 126 h 126"/>
                  <a:gd name="T6" fmla="*/ 16 w 40"/>
                  <a:gd name="T7" fmla="*/ 126 h 126"/>
                  <a:gd name="T8" fmla="*/ 9 w 40"/>
                  <a:gd name="T9" fmla="*/ 121 h 126"/>
                  <a:gd name="T10" fmla="*/ 8 w 40"/>
                  <a:gd name="T11" fmla="*/ 88 h 126"/>
                  <a:gd name="T12" fmla="*/ 12 w 40"/>
                  <a:gd name="T13" fmla="*/ 76 h 126"/>
                  <a:gd name="T14" fmla="*/ 15 w 40"/>
                  <a:gd name="T15" fmla="*/ 69 h 126"/>
                  <a:gd name="T16" fmla="*/ 4 w 40"/>
                  <a:gd name="T17" fmla="*/ 14 h 126"/>
                  <a:gd name="T18" fmla="*/ 4 w 40"/>
                  <a:gd name="T19" fmla="*/ 3 h 126"/>
                  <a:gd name="T20" fmla="*/ 15 w 40"/>
                  <a:gd name="T21" fmla="*/ 3 h 126"/>
                  <a:gd name="T22" fmla="*/ 31 w 40"/>
                  <a:gd name="T23" fmla="*/ 75 h 126"/>
                  <a:gd name="T24" fmla="*/ 27 w 40"/>
                  <a:gd name="T25" fmla="*/ 83 h 126"/>
                  <a:gd name="T26" fmla="*/ 23 w 40"/>
                  <a:gd name="T27" fmla="*/ 92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126">
                    <a:moveTo>
                      <a:pt x="23" y="92"/>
                    </a:moveTo>
                    <a:cubicBezTo>
                      <a:pt x="21" y="100"/>
                      <a:pt x="21" y="108"/>
                      <a:pt x="24" y="116"/>
                    </a:cubicBezTo>
                    <a:cubicBezTo>
                      <a:pt x="26" y="120"/>
                      <a:pt x="23" y="124"/>
                      <a:pt x="19" y="126"/>
                    </a:cubicBezTo>
                    <a:cubicBezTo>
                      <a:pt x="18" y="126"/>
                      <a:pt x="17" y="126"/>
                      <a:pt x="16" y="126"/>
                    </a:cubicBezTo>
                    <a:cubicBezTo>
                      <a:pt x="13" y="126"/>
                      <a:pt x="10" y="124"/>
                      <a:pt x="9" y="121"/>
                    </a:cubicBezTo>
                    <a:cubicBezTo>
                      <a:pt x="5" y="110"/>
                      <a:pt x="5" y="98"/>
                      <a:pt x="8" y="88"/>
                    </a:cubicBezTo>
                    <a:cubicBezTo>
                      <a:pt x="9" y="84"/>
                      <a:pt x="11" y="80"/>
                      <a:pt x="12" y="76"/>
                    </a:cubicBezTo>
                    <a:cubicBezTo>
                      <a:pt x="14" y="74"/>
                      <a:pt x="15" y="72"/>
                      <a:pt x="15" y="69"/>
                    </a:cubicBezTo>
                    <a:cubicBezTo>
                      <a:pt x="22" y="51"/>
                      <a:pt x="17" y="28"/>
                      <a:pt x="4" y="14"/>
                    </a:cubicBezTo>
                    <a:cubicBezTo>
                      <a:pt x="0" y="11"/>
                      <a:pt x="0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33" y="21"/>
                      <a:pt x="40" y="50"/>
                      <a:pt x="31" y="75"/>
                    </a:cubicBezTo>
                    <a:cubicBezTo>
                      <a:pt x="30" y="78"/>
                      <a:pt x="28" y="80"/>
                      <a:pt x="27" y="83"/>
                    </a:cubicBezTo>
                    <a:cubicBezTo>
                      <a:pt x="26" y="86"/>
                      <a:pt x="24" y="89"/>
                      <a:pt x="23" y="92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89" name="îṩḻîḑê" descr="9c2d0387-2002-4832-8ea9-58b111caf945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6782795" y="3405092"/>
                <a:ext cx="452093" cy="555376"/>
              </a:xfrm>
              <a:custGeom>
                <a:avLst/>
                <a:gdLst>
                  <a:gd name="T0" fmla="*/ 127 w 144"/>
                  <a:gd name="T1" fmla="*/ 119 h 191"/>
                  <a:gd name="T2" fmla="*/ 122 w 144"/>
                  <a:gd name="T3" fmla="*/ 122 h 191"/>
                  <a:gd name="T4" fmla="*/ 121 w 144"/>
                  <a:gd name="T5" fmla="*/ 161 h 191"/>
                  <a:gd name="T6" fmla="*/ 114 w 144"/>
                  <a:gd name="T7" fmla="*/ 165 h 191"/>
                  <a:gd name="T8" fmla="*/ 110 w 144"/>
                  <a:gd name="T9" fmla="*/ 164 h 191"/>
                  <a:gd name="T10" fmla="*/ 107 w 144"/>
                  <a:gd name="T11" fmla="*/ 153 h 191"/>
                  <a:gd name="T12" fmla="*/ 107 w 144"/>
                  <a:gd name="T13" fmla="*/ 128 h 191"/>
                  <a:gd name="T14" fmla="*/ 95 w 144"/>
                  <a:gd name="T15" fmla="*/ 129 h 191"/>
                  <a:gd name="T16" fmla="*/ 81 w 144"/>
                  <a:gd name="T17" fmla="*/ 125 h 191"/>
                  <a:gd name="T18" fmla="*/ 72 w 144"/>
                  <a:gd name="T19" fmla="*/ 123 h 191"/>
                  <a:gd name="T20" fmla="*/ 32 w 144"/>
                  <a:gd name="T21" fmla="*/ 138 h 191"/>
                  <a:gd name="T22" fmla="*/ 28 w 144"/>
                  <a:gd name="T23" fmla="*/ 143 h 191"/>
                  <a:gd name="T24" fmla="*/ 28 w 144"/>
                  <a:gd name="T25" fmla="*/ 143 h 191"/>
                  <a:gd name="T26" fmla="*/ 52 w 144"/>
                  <a:gd name="T27" fmla="*/ 171 h 191"/>
                  <a:gd name="T28" fmla="*/ 54 w 144"/>
                  <a:gd name="T29" fmla="*/ 182 h 191"/>
                  <a:gd name="T30" fmla="*/ 47 w 144"/>
                  <a:gd name="T31" fmla="*/ 186 h 191"/>
                  <a:gd name="T32" fmla="*/ 43 w 144"/>
                  <a:gd name="T33" fmla="*/ 185 h 191"/>
                  <a:gd name="T34" fmla="*/ 20 w 144"/>
                  <a:gd name="T35" fmla="*/ 161 h 191"/>
                  <a:gd name="T36" fmla="*/ 17 w 144"/>
                  <a:gd name="T37" fmla="*/ 183 h 191"/>
                  <a:gd name="T38" fmla="*/ 9 w 144"/>
                  <a:gd name="T39" fmla="*/ 191 h 191"/>
                  <a:gd name="T40" fmla="*/ 9 w 144"/>
                  <a:gd name="T41" fmla="*/ 191 h 191"/>
                  <a:gd name="T42" fmla="*/ 0 w 144"/>
                  <a:gd name="T43" fmla="*/ 183 h 191"/>
                  <a:gd name="T44" fmla="*/ 19 w 144"/>
                  <a:gd name="T45" fmla="*/ 127 h 191"/>
                  <a:gd name="T46" fmla="*/ 76 w 144"/>
                  <a:gd name="T47" fmla="*/ 107 h 191"/>
                  <a:gd name="T48" fmla="*/ 86 w 144"/>
                  <a:gd name="T49" fmla="*/ 110 h 191"/>
                  <a:gd name="T50" fmla="*/ 97 w 144"/>
                  <a:gd name="T51" fmla="*/ 113 h 191"/>
                  <a:gd name="T52" fmla="*/ 117 w 144"/>
                  <a:gd name="T53" fmla="*/ 106 h 191"/>
                  <a:gd name="T54" fmla="*/ 127 w 144"/>
                  <a:gd name="T55" fmla="*/ 88 h 191"/>
                  <a:gd name="T56" fmla="*/ 120 w 144"/>
                  <a:gd name="T57" fmla="*/ 60 h 191"/>
                  <a:gd name="T58" fmla="*/ 117 w 144"/>
                  <a:gd name="T59" fmla="*/ 51 h 191"/>
                  <a:gd name="T60" fmla="*/ 121 w 144"/>
                  <a:gd name="T61" fmla="*/ 3 h 191"/>
                  <a:gd name="T62" fmla="*/ 132 w 144"/>
                  <a:gd name="T63" fmla="*/ 3 h 191"/>
                  <a:gd name="T64" fmla="*/ 132 w 144"/>
                  <a:gd name="T65" fmla="*/ 14 h 191"/>
                  <a:gd name="T66" fmla="*/ 132 w 144"/>
                  <a:gd name="T67" fmla="*/ 45 h 191"/>
                  <a:gd name="T68" fmla="*/ 135 w 144"/>
                  <a:gd name="T69" fmla="*/ 54 h 191"/>
                  <a:gd name="T70" fmla="*/ 144 w 144"/>
                  <a:gd name="T71" fmla="*/ 89 h 191"/>
                  <a:gd name="T72" fmla="*/ 127 w 144"/>
                  <a:gd name="T73" fmla="*/ 119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4" h="191">
                    <a:moveTo>
                      <a:pt x="127" y="119"/>
                    </a:moveTo>
                    <a:cubicBezTo>
                      <a:pt x="126" y="120"/>
                      <a:pt x="124" y="121"/>
                      <a:pt x="122" y="122"/>
                    </a:cubicBezTo>
                    <a:cubicBezTo>
                      <a:pt x="129" y="134"/>
                      <a:pt x="128" y="150"/>
                      <a:pt x="121" y="161"/>
                    </a:cubicBezTo>
                    <a:cubicBezTo>
                      <a:pt x="120" y="164"/>
                      <a:pt x="117" y="165"/>
                      <a:pt x="114" y="165"/>
                    </a:cubicBezTo>
                    <a:cubicBezTo>
                      <a:pt x="113" y="165"/>
                      <a:pt x="111" y="165"/>
                      <a:pt x="110" y="164"/>
                    </a:cubicBezTo>
                    <a:cubicBezTo>
                      <a:pt x="106" y="162"/>
                      <a:pt x="105" y="157"/>
                      <a:pt x="107" y="153"/>
                    </a:cubicBezTo>
                    <a:cubicBezTo>
                      <a:pt x="112" y="146"/>
                      <a:pt x="112" y="135"/>
                      <a:pt x="107" y="128"/>
                    </a:cubicBezTo>
                    <a:cubicBezTo>
                      <a:pt x="103" y="129"/>
                      <a:pt x="99" y="129"/>
                      <a:pt x="95" y="129"/>
                    </a:cubicBezTo>
                    <a:cubicBezTo>
                      <a:pt x="90" y="128"/>
                      <a:pt x="86" y="126"/>
                      <a:pt x="81" y="125"/>
                    </a:cubicBezTo>
                    <a:cubicBezTo>
                      <a:pt x="78" y="124"/>
                      <a:pt x="75" y="123"/>
                      <a:pt x="72" y="123"/>
                    </a:cubicBezTo>
                    <a:cubicBezTo>
                      <a:pt x="58" y="120"/>
                      <a:pt x="42" y="126"/>
                      <a:pt x="32" y="138"/>
                    </a:cubicBezTo>
                    <a:cubicBezTo>
                      <a:pt x="30" y="139"/>
                      <a:pt x="29" y="141"/>
                      <a:pt x="28" y="143"/>
                    </a:cubicBezTo>
                    <a:cubicBezTo>
                      <a:pt x="28" y="143"/>
                      <a:pt x="28" y="143"/>
                      <a:pt x="28" y="143"/>
                    </a:cubicBezTo>
                    <a:cubicBezTo>
                      <a:pt x="33" y="154"/>
                      <a:pt x="42" y="164"/>
                      <a:pt x="52" y="171"/>
                    </a:cubicBezTo>
                    <a:cubicBezTo>
                      <a:pt x="56" y="174"/>
                      <a:pt x="56" y="179"/>
                      <a:pt x="54" y="182"/>
                    </a:cubicBezTo>
                    <a:cubicBezTo>
                      <a:pt x="52" y="185"/>
                      <a:pt x="50" y="186"/>
                      <a:pt x="47" y="186"/>
                    </a:cubicBezTo>
                    <a:cubicBezTo>
                      <a:pt x="46" y="186"/>
                      <a:pt x="44" y="186"/>
                      <a:pt x="43" y="185"/>
                    </a:cubicBezTo>
                    <a:cubicBezTo>
                      <a:pt x="33" y="178"/>
                      <a:pt x="26" y="170"/>
                      <a:pt x="20" y="161"/>
                    </a:cubicBezTo>
                    <a:cubicBezTo>
                      <a:pt x="18" y="168"/>
                      <a:pt x="17" y="175"/>
                      <a:pt x="17" y="183"/>
                    </a:cubicBezTo>
                    <a:cubicBezTo>
                      <a:pt x="17" y="188"/>
                      <a:pt x="13" y="191"/>
                      <a:pt x="9" y="191"/>
                    </a:cubicBezTo>
                    <a:cubicBezTo>
                      <a:pt x="9" y="191"/>
                      <a:pt x="9" y="191"/>
                      <a:pt x="9" y="191"/>
                    </a:cubicBezTo>
                    <a:cubicBezTo>
                      <a:pt x="4" y="191"/>
                      <a:pt x="1" y="188"/>
                      <a:pt x="0" y="183"/>
                    </a:cubicBezTo>
                    <a:cubicBezTo>
                      <a:pt x="0" y="162"/>
                      <a:pt x="7" y="142"/>
                      <a:pt x="19" y="127"/>
                    </a:cubicBezTo>
                    <a:cubicBezTo>
                      <a:pt x="34" y="111"/>
                      <a:pt x="56" y="103"/>
                      <a:pt x="76" y="107"/>
                    </a:cubicBezTo>
                    <a:cubicBezTo>
                      <a:pt x="79" y="108"/>
                      <a:pt x="83" y="109"/>
                      <a:pt x="86" y="110"/>
                    </a:cubicBezTo>
                    <a:cubicBezTo>
                      <a:pt x="90" y="111"/>
                      <a:pt x="94" y="112"/>
                      <a:pt x="97" y="113"/>
                    </a:cubicBezTo>
                    <a:cubicBezTo>
                      <a:pt x="104" y="113"/>
                      <a:pt x="111" y="111"/>
                      <a:pt x="117" y="106"/>
                    </a:cubicBezTo>
                    <a:cubicBezTo>
                      <a:pt x="123" y="101"/>
                      <a:pt x="127" y="95"/>
                      <a:pt x="127" y="88"/>
                    </a:cubicBezTo>
                    <a:cubicBezTo>
                      <a:pt x="128" y="79"/>
                      <a:pt x="124" y="70"/>
                      <a:pt x="120" y="60"/>
                    </a:cubicBezTo>
                    <a:cubicBezTo>
                      <a:pt x="119" y="57"/>
                      <a:pt x="118" y="54"/>
                      <a:pt x="117" y="51"/>
                    </a:cubicBezTo>
                    <a:cubicBezTo>
                      <a:pt x="109" y="31"/>
                      <a:pt x="111" y="14"/>
                      <a:pt x="121" y="3"/>
                    </a:cubicBezTo>
                    <a:cubicBezTo>
                      <a:pt x="124" y="0"/>
                      <a:pt x="129" y="0"/>
                      <a:pt x="132" y="3"/>
                    </a:cubicBezTo>
                    <a:cubicBezTo>
                      <a:pt x="135" y="6"/>
                      <a:pt x="135" y="11"/>
                      <a:pt x="132" y="14"/>
                    </a:cubicBezTo>
                    <a:cubicBezTo>
                      <a:pt x="124" y="23"/>
                      <a:pt x="129" y="39"/>
                      <a:pt x="132" y="45"/>
                    </a:cubicBezTo>
                    <a:cubicBezTo>
                      <a:pt x="133" y="48"/>
                      <a:pt x="134" y="51"/>
                      <a:pt x="135" y="54"/>
                    </a:cubicBezTo>
                    <a:cubicBezTo>
                      <a:pt x="140" y="65"/>
                      <a:pt x="144" y="76"/>
                      <a:pt x="144" y="89"/>
                    </a:cubicBezTo>
                    <a:cubicBezTo>
                      <a:pt x="143" y="100"/>
                      <a:pt x="137" y="111"/>
                      <a:pt x="127" y="11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02" name="îşľïḋè" descr="d2a53142-fe82-48f9-ba47-fd8552a71b41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6282608" y="3976489"/>
                <a:ext cx="248170" cy="325750"/>
              </a:xfrm>
              <a:custGeom>
                <a:avLst/>
                <a:gdLst>
                  <a:gd name="T0" fmla="*/ 73 w 79"/>
                  <a:gd name="T1" fmla="*/ 75 h 112"/>
                  <a:gd name="T2" fmla="*/ 70 w 79"/>
                  <a:gd name="T3" fmla="*/ 75 h 112"/>
                  <a:gd name="T4" fmla="*/ 62 w 79"/>
                  <a:gd name="T5" fmla="*/ 71 h 112"/>
                  <a:gd name="T6" fmla="*/ 48 w 79"/>
                  <a:gd name="T7" fmla="*/ 54 h 112"/>
                  <a:gd name="T8" fmla="*/ 40 w 79"/>
                  <a:gd name="T9" fmla="*/ 51 h 112"/>
                  <a:gd name="T10" fmla="*/ 16 w 79"/>
                  <a:gd name="T11" fmla="*/ 109 h 112"/>
                  <a:gd name="T12" fmla="*/ 10 w 79"/>
                  <a:gd name="T13" fmla="*/ 112 h 112"/>
                  <a:gd name="T14" fmla="*/ 5 w 79"/>
                  <a:gd name="T15" fmla="*/ 110 h 112"/>
                  <a:gd name="T16" fmla="*/ 4 w 79"/>
                  <a:gd name="T17" fmla="*/ 99 h 112"/>
                  <a:gd name="T18" fmla="*/ 24 w 79"/>
                  <a:gd name="T19" fmla="*/ 45 h 112"/>
                  <a:gd name="T20" fmla="*/ 21 w 79"/>
                  <a:gd name="T21" fmla="*/ 43 h 112"/>
                  <a:gd name="T22" fmla="*/ 1 w 79"/>
                  <a:gd name="T23" fmla="*/ 11 h 112"/>
                  <a:gd name="T24" fmla="*/ 7 w 79"/>
                  <a:gd name="T25" fmla="*/ 1 h 112"/>
                  <a:gd name="T26" fmla="*/ 17 w 79"/>
                  <a:gd name="T27" fmla="*/ 6 h 112"/>
                  <a:gd name="T28" fmla="*/ 30 w 79"/>
                  <a:gd name="T29" fmla="*/ 30 h 112"/>
                  <a:gd name="T30" fmla="*/ 42 w 79"/>
                  <a:gd name="T31" fmla="*/ 35 h 112"/>
                  <a:gd name="T32" fmla="*/ 56 w 79"/>
                  <a:gd name="T33" fmla="*/ 40 h 112"/>
                  <a:gd name="T34" fmla="*/ 77 w 79"/>
                  <a:gd name="T35" fmla="*/ 64 h 112"/>
                  <a:gd name="T36" fmla="*/ 73 w 79"/>
                  <a:gd name="T37" fmla="*/ 7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9" h="112">
                    <a:moveTo>
                      <a:pt x="73" y="75"/>
                    </a:moveTo>
                    <a:cubicBezTo>
                      <a:pt x="72" y="75"/>
                      <a:pt x="71" y="75"/>
                      <a:pt x="70" y="75"/>
                    </a:cubicBezTo>
                    <a:cubicBezTo>
                      <a:pt x="67" y="75"/>
                      <a:pt x="64" y="74"/>
                      <a:pt x="62" y="71"/>
                    </a:cubicBezTo>
                    <a:cubicBezTo>
                      <a:pt x="58" y="63"/>
                      <a:pt x="54" y="58"/>
                      <a:pt x="48" y="54"/>
                    </a:cubicBezTo>
                    <a:cubicBezTo>
                      <a:pt x="46" y="53"/>
                      <a:pt x="43" y="52"/>
                      <a:pt x="40" y="51"/>
                    </a:cubicBezTo>
                    <a:cubicBezTo>
                      <a:pt x="38" y="74"/>
                      <a:pt x="26" y="99"/>
                      <a:pt x="16" y="109"/>
                    </a:cubicBezTo>
                    <a:cubicBezTo>
                      <a:pt x="15" y="111"/>
                      <a:pt x="12" y="112"/>
                      <a:pt x="10" y="112"/>
                    </a:cubicBezTo>
                    <a:cubicBezTo>
                      <a:pt x="8" y="112"/>
                      <a:pt x="6" y="112"/>
                      <a:pt x="5" y="110"/>
                    </a:cubicBezTo>
                    <a:cubicBezTo>
                      <a:pt x="1" y="107"/>
                      <a:pt x="1" y="102"/>
                      <a:pt x="4" y="99"/>
                    </a:cubicBezTo>
                    <a:cubicBezTo>
                      <a:pt x="13" y="88"/>
                      <a:pt x="25" y="63"/>
                      <a:pt x="24" y="45"/>
                    </a:cubicBezTo>
                    <a:cubicBezTo>
                      <a:pt x="23" y="44"/>
                      <a:pt x="22" y="44"/>
                      <a:pt x="21" y="43"/>
                    </a:cubicBezTo>
                    <a:cubicBezTo>
                      <a:pt x="9" y="35"/>
                      <a:pt x="4" y="21"/>
                      <a:pt x="1" y="11"/>
                    </a:cubicBezTo>
                    <a:cubicBezTo>
                      <a:pt x="0" y="6"/>
                      <a:pt x="2" y="2"/>
                      <a:pt x="7" y="1"/>
                    </a:cubicBezTo>
                    <a:cubicBezTo>
                      <a:pt x="11" y="0"/>
                      <a:pt x="16" y="2"/>
                      <a:pt x="17" y="6"/>
                    </a:cubicBezTo>
                    <a:cubicBezTo>
                      <a:pt x="20" y="18"/>
                      <a:pt x="24" y="26"/>
                      <a:pt x="30" y="30"/>
                    </a:cubicBezTo>
                    <a:cubicBezTo>
                      <a:pt x="33" y="32"/>
                      <a:pt x="38" y="33"/>
                      <a:pt x="42" y="35"/>
                    </a:cubicBezTo>
                    <a:cubicBezTo>
                      <a:pt x="47" y="36"/>
                      <a:pt x="52" y="38"/>
                      <a:pt x="56" y="40"/>
                    </a:cubicBezTo>
                    <a:cubicBezTo>
                      <a:pt x="64" y="45"/>
                      <a:pt x="71" y="53"/>
                      <a:pt x="77" y="64"/>
                    </a:cubicBezTo>
                    <a:cubicBezTo>
                      <a:pt x="79" y="68"/>
                      <a:pt x="77" y="73"/>
                      <a:pt x="73" y="75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03" name="ïSlíďe" descr="420cfd02-2fba-4cdd-a1b2-4a00f535d1d4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7290677" y="3988949"/>
                <a:ext cx="213542" cy="302609"/>
              </a:xfrm>
              <a:custGeom>
                <a:avLst/>
                <a:gdLst>
                  <a:gd name="T0" fmla="*/ 26 w 68"/>
                  <a:gd name="T1" fmla="*/ 94 h 104"/>
                  <a:gd name="T2" fmla="*/ 32 w 68"/>
                  <a:gd name="T3" fmla="*/ 83 h 104"/>
                  <a:gd name="T4" fmla="*/ 34 w 68"/>
                  <a:gd name="T5" fmla="*/ 81 h 104"/>
                  <a:gd name="T6" fmla="*/ 39 w 68"/>
                  <a:gd name="T7" fmla="*/ 58 h 104"/>
                  <a:gd name="T8" fmla="*/ 37 w 68"/>
                  <a:gd name="T9" fmla="*/ 41 h 104"/>
                  <a:gd name="T10" fmla="*/ 24 w 68"/>
                  <a:gd name="T11" fmla="*/ 43 h 104"/>
                  <a:gd name="T12" fmla="*/ 6 w 68"/>
                  <a:gd name="T13" fmla="*/ 39 h 104"/>
                  <a:gd name="T14" fmla="*/ 2 w 68"/>
                  <a:gd name="T15" fmla="*/ 29 h 104"/>
                  <a:gd name="T16" fmla="*/ 13 w 68"/>
                  <a:gd name="T17" fmla="*/ 24 h 104"/>
                  <a:gd name="T18" fmla="*/ 36 w 68"/>
                  <a:gd name="T19" fmla="*/ 24 h 104"/>
                  <a:gd name="T20" fmla="*/ 36 w 68"/>
                  <a:gd name="T21" fmla="*/ 24 h 104"/>
                  <a:gd name="T22" fmla="*/ 41 w 68"/>
                  <a:gd name="T23" fmla="*/ 21 h 104"/>
                  <a:gd name="T24" fmla="*/ 41 w 68"/>
                  <a:gd name="T25" fmla="*/ 21 h 104"/>
                  <a:gd name="T26" fmla="*/ 52 w 68"/>
                  <a:gd name="T27" fmla="*/ 7 h 104"/>
                  <a:gd name="T28" fmla="*/ 62 w 68"/>
                  <a:gd name="T29" fmla="*/ 2 h 104"/>
                  <a:gd name="T30" fmla="*/ 67 w 68"/>
                  <a:gd name="T31" fmla="*/ 12 h 104"/>
                  <a:gd name="T32" fmla="*/ 52 w 68"/>
                  <a:gd name="T33" fmla="*/ 33 h 104"/>
                  <a:gd name="T34" fmla="*/ 55 w 68"/>
                  <a:gd name="T35" fmla="*/ 57 h 104"/>
                  <a:gd name="T36" fmla="*/ 47 w 68"/>
                  <a:gd name="T37" fmla="*/ 90 h 104"/>
                  <a:gd name="T38" fmla="*/ 45 w 68"/>
                  <a:gd name="T39" fmla="*/ 93 h 104"/>
                  <a:gd name="T40" fmla="*/ 42 w 68"/>
                  <a:gd name="T41" fmla="*/ 98 h 104"/>
                  <a:gd name="T42" fmla="*/ 34 w 68"/>
                  <a:gd name="T43" fmla="*/ 104 h 104"/>
                  <a:gd name="T44" fmla="*/ 32 w 68"/>
                  <a:gd name="T45" fmla="*/ 104 h 104"/>
                  <a:gd name="T46" fmla="*/ 26 w 68"/>
                  <a:gd name="T47" fmla="*/ 9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8" h="104">
                    <a:moveTo>
                      <a:pt x="26" y="94"/>
                    </a:moveTo>
                    <a:cubicBezTo>
                      <a:pt x="27" y="90"/>
                      <a:pt x="30" y="86"/>
                      <a:pt x="32" y="83"/>
                    </a:cubicBezTo>
                    <a:cubicBezTo>
                      <a:pt x="32" y="82"/>
                      <a:pt x="33" y="82"/>
                      <a:pt x="34" y="81"/>
                    </a:cubicBezTo>
                    <a:cubicBezTo>
                      <a:pt x="39" y="73"/>
                      <a:pt x="39" y="64"/>
                      <a:pt x="39" y="58"/>
                    </a:cubicBezTo>
                    <a:cubicBezTo>
                      <a:pt x="39" y="52"/>
                      <a:pt x="38" y="46"/>
                      <a:pt x="37" y="41"/>
                    </a:cubicBezTo>
                    <a:cubicBezTo>
                      <a:pt x="33" y="42"/>
                      <a:pt x="28" y="43"/>
                      <a:pt x="24" y="43"/>
                    </a:cubicBezTo>
                    <a:cubicBezTo>
                      <a:pt x="18" y="43"/>
                      <a:pt x="12" y="42"/>
                      <a:pt x="6" y="39"/>
                    </a:cubicBezTo>
                    <a:cubicBezTo>
                      <a:pt x="2" y="37"/>
                      <a:pt x="0" y="33"/>
                      <a:pt x="2" y="29"/>
                    </a:cubicBezTo>
                    <a:cubicBezTo>
                      <a:pt x="4" y="24"/>
                      <a:pt x="9" y="23"/>
                      <a:pt x="13" y="24"/>
                    </a:cubicBezTo>
                    <a:cubicBezTo>
                      <a:pt x="20" y="28"/>
                      <a:pt x="29" y="27"/>
                      <a:pt x="36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7" y="23"/>
                      <a:pt x="39" y="22"/>
                      <a:pt x="41" y="21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46" y="18"/>
                      <a:pt x="50" y="12"/>
                      <a:pt x="52" y="7"/>
                    </a:cubicBezTo>
                    <a:cubicBezTo>
                      <a:pt x="53" y="2"/>
                      <a:pt x="58" y="0"/>
                      <a:pt x="62" y="2"/>
                    </a:cubicBezTo>
                    <a:cubicBezTo>
                      <a:pt x="66" y="3"/>
                      <a:pt x="68" y="7"/>
                      <a:pt x="67" y="12"/>
                    </a:cubicBezTo>
                    <a:cubicBezTo>
                      <a:pt x="64" y="20"/>
                      <a:pt x="59" y="28"/>
                      <a:pt x="52" y="33"/>
                    </a:cubicBezTo>
                    <a:cubicBezTo>
                      <a:pt x="53" y="41"/>
                      <a:pt x="55" y="49"/>
                      <a:pt x="55" y="57"/>
                    </a:cubicBezTo>
                    <a:cubicBezTo>
                      <a:pt x="56" y="70"/>
                      <a:pt x="53" y="81"/>
                      <a:pt x="47" y="90"/>
                    </a:cubicBezTo>
                    <a:cubicBezTo>
                      <a:pt x="46" y="91"/>
                      <a:pt x="46" y="92"/>
                      <a:pt x="45" y="93"/>
                    </a:cubicBezTo>
                    <a:cubicBezTo>
                      <a:pt x="43" y="95"/>
                      <a:pt x="42" y="97"/>
                      <a:pt x="42" y="98"/>
                    </a:cubicBezTo>
                    <a:cubicBezTo>
                      <a:pt x="41" y="102"/>
                      <a:pt x="37" y="104"/>
                      <a:pt x="34" y="104"/>
                    </a:cubicBezTo>
                    <a:cubicBezTo>
                      <a:pt x="33" y="104"/>
                      <a:pt x="32" y="104"/>
                      <a:pt x="32" y="104"/>
                    </a:cubicBezTo>
                    <a:cubicBezTo>
                      <a:pt x="27" y="103"/>
                      <a:pt x="25" y="98"/>
                      <a:pt x="26" y="94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04" name="íṧļíḑé" descr="43b68958-5956-4069-8e64-383025d06604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7265668" y="4296898"/>
                <a:ext cx="128895" cy="404072"/>
              </a:xfrm>
              <a:custGeom>
                <a:avLst/>
                <a:gdLst>
                  <a:gd name="T0" fmla="*/ 23 w 41"/>
                  <a:gd name="T1" fmla="*/ 139 h 139"/>
                  <a:gd name="T2" fmla="*/ 18 w 41"/>
                  <a:gd name="T3" fmla="*/ 137 h 139"/>
                  <a:gd name="T4" fmla="*/ 17 w 41"/>
                  <a:gd name="T5" fmla="*/ 126 h 139"/>
                  <a:gd name="T6" fmla="*/ 25 w 41"/>
                  <a:gd name="T7" fmla="*/ 87 h 139"/>
                  <a:gd name="T8" fmla="*/ 23 w 41"/>
                  <a:gd name="T9" fmla="*/ 71 h 139"/>
                  <a:gd name="T10" fmla="*/ 17 w 41"/>
                  <a:gd name="T11" fmla="*/ 63 h 139"/>
                  <a:gd name="T12" fmla="*/ 15 w 41"/>
                  <a:gd name="T13" fmla="*/ 59 h 139"/>
                  <a:gd name="T14" fmla="*/ 4 w 41"/>
                  <a:gd name="T15" fmla="*/ 7 h 139"/>
                  <a:gd name="T16" fmla="*/ 13 w 41"/>
                  <a:gd name="T17" fmla="*/ 1 h 139"/>
                  <a:gd name="T18" fmla="*/ 20 w 41"/>
                  <a:gd name="T19" fmla="*/ 10 h 139"/>
                  <a:gd name="T20" fmla="*/ 28 w 41"/>
                  <a:gd name="T21" fmla="*/ 50 h 139"/>
                  <a:gd name="T22" fmla="*/ 30 w 41"/>
                  <a:gd name="T23" fmla="*/ 53 h 139"/>
                  <a:gd name="T24" fmla="*/ 37 w 41"/>
                  <a:gd name="T25" fmla="*/ 65 h 139"/>
                  <a:gd name="T26" fmla="*/ 41 w 41"/>
                  <a:gd name="T27" fmla="*/ 87 h 139"/>
                  <a:gd name="T28" fmla="*/ 30 w 41"/>
                  <a:gd name="T29" fmla="*/ 136 h 139"/>
                  <a:gd name="T30" fmla="*/ 23 w 41"/>
                  <a:gd name="T31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1" h="139">
                    <a:moveTo>
                      <a:pt x="23" y="139"/>
                    </a:moveTo>
                    <a:cubicBezTo>
                      <a:pt x="21" y="139"/>
                      <a:pt x="20" y="139"/>
                      <a:pt x="18" y="137"/>
                    </a:cubicBezTo>
                    <a:cubicBezTo>
                      <a:pt x="15" y="135"/>
                      <a:pt x="14" y="130"/>
                      <a:pt x="17" y="126"/>
                    </a:cubicBezTo>
                    <a:cubicBezTo>
                      <a:pt x="25" y="117"/>
                      <a:pt x="25" y="102"/>
                      <a:pt x="25" y="87"/>
                    </a:cubicBezTo>
                    <a:cubicBezTo>
                      <a:pt x="25" y="81"/>
                      <a:pt x="25" y="76"/>
                      <a:pt x="23" y="71"/>
                    </a:cubicBezTo>
                    <a:cubicBezTo>
                      <a:pt x="21" y="68"/>
                      <a:pt x="19" y="66"/>
                      <a:pt x="17" y="63"/>
                    </a:cubicBezTo>
                    <a:cubicBezTo>
                      <a:pt x="16" y="62"/>
                      <a:pt x="15" y="60"/>
                      <a:pt x="15" y="59"/>
                    </a:cubicBezTo>
                    <a:cubicBezTo>
                      <a:pt x="4" y="44"/>
                      <a:pt x="0" y="25"/>
                      <a:pt x="4" y="7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7" y="2"/>
                      <a:pt x="20" y="6"/>
                      <a:pt x="20" y="10"/>
                    </a:cubicBezTo>
                    <a:cubicBezTo>
                      <a:pt x="17" y="24"/>
                      <a:pt x="20" y="38"/>
                      <a:pt x="28" y="50"/>
                    </a:cubicBezTo>
                    <a:cubicBezTo>
                      <a:pt x="29" y="51"/>
                      <a:pt x="30" y="52"/>
                      <a:pt x="30" y="53"/>
                    </a:cubicBezTo>
                    <a:cubicBezTo>
                      <a:pt x="33" y="57"/>
                      <a:pt x="36" y="60"/>
                      <a:pt x="37" y="65"/>
                    </a:cubicBezTo>
                    <a:cubicBezTo>
                      <a:pt x="41" y="72"/>
                      <a:pt x="41" y="80"/>
                      <a:pt x="41" y="87"/>
                    </a:cubicBezTo>
                    <a:cubicBezTo>
                      <a:pt x="41" y="105"/>
                      <a:pt x="40" y="122"/>
                      <a:pt x="30" y="136"/>
                    </a:cubicBezTo>
                    <a:cubicBezTo>
                      <a:pt x="28" y="138"/>
                      <a:pt x="26" y="139"/>
                      <a:pt x="23" y="139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05" name="î$lîḑè" descr="d15810a9-a0f4-44f6-af1f-c72a45832a93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6757786" y="4663588"/>
                <a:ext cx="611767" cy="633698"/>
              </a:xfrm>
              <a:custGeom>
                <a:avLst/>
                <a:gdLst>
                  <a:gd name="T0" fmla="*/ 92 w 195"/>
                  <a:gd name="T1" fmla="*/ 133 h 218"/>
                  <a:gd name="T2" fmla="*/ 89 w 195"/>
                  <a:gd name="T3" fmla="*/ 137 h 218"/>
                  <a:gd name="T4" fmla="*/ 33 w 195"/>
                  <a:gd name="T5" fmla="*/ 170 h 218"/>
                  <a:gd name="T6" fmla="*/ 33 w 195"/>
                  <a:gd name="T7" fmla="*/ 171 h 218"/>
                  <a:gd name="T8" fmla="*/ 16 w 195"/>
                  <a:gd name="T9" fmla="*/ 214 h 218"/>
                  <a:gd name="T10" fmla="*/ 9 w 195"/>
                  <a:gd name="T11" fmla="*/ 218 h 218"/>
                  <a:gd name="T12" fmla="*/ 5 w 195"/>
                  <a:gd name="T13" fmla="*/ 217 h 218"/>
                  <a:gd name="T14" fmla="*/ 2 w 195"/>
                  <a:gd name="T15" fmla="*/ 206 h 218"/>
                  <a:gd name="T16" fmla="*/ 17 w 195"/>
                  <a:gd name="T17" fmla="*/ 169 h 218"/>
                  <a:gd name="T18" fmla="*/ 7 w 195"/>
                  <a:gd name="T19" fmla="*/ 136 h 218"/>
                  <a:gd name="T20" fmla="*/ 6 w 195"/>
                  <a:gd name="T21" fmla="*/ 125 h 218"/>
                  <a:gd name="T22" fmla="*/ 17 w 195"/>
                  <a:gd name="T23" fmla="*/ 124 h 218"/>
                  <a:gd name="T24" fmla="*/ 33 w 195"/>
                  <a:gd name="T25" fmla="*/ 154 h 218"/>
                  <a:gd name="T26" fmla="*/ 76 w 195"/>
                  <a:gd name="T27" fmla="*/ 127 h 218"/>
                  <a:gd name="T28" fmla="*/ 79 w 195"/>
                  <a:gd name="T29" fmla="*/ 123 h 218"/>
                  <a:gd name="T30" fmla="*/ 110 w 195"/>
                  <a:gd name="T31" fmla="*/ 101 h 218"/>
                  <a:gd name="T32" fmla="*/ 122 w 195"/>
                  <a:gd name="T33" fmla="*/ 102 h 218"/>
                  <a:gd name="T34" fmla="*/ 130 w 195"/>
                  <a:gd name="T35" fmla="*/ 103 h 218"/>
                  <a:gd name="T36" fmla="*/ 133 w 195"/>
                  <a:gd name="T37" fmla="*/ 102 h 218"/>
                  <a:gd name="T38" fmla="*/ 137 w 195"/>
                  <a:gd name="T39" fmla="*/ 94 h 218"/>
                  <a:gd name="T40" fmla="*/ 144 w 195"/>
                  <a:gd name="T41" fmla="*/ 83 h 218"/>
                  <a:gd name="T42" fmla="*/ 145 w 195"/>
                  <a:gd name="T43" fmla="*/ 81 h 218"/>
                  <a:gd name="T44" fmla="*/ 146 w 195"/>
                  <a:gd name="T45" fmla="*/ 79 h 218"/>
                  <a:gd name="T46" fmla="*/ 149 w 195"/>
                  <a:gd name="T47" fmla="*/ 45 h 218"/>
                  <a:gd name="T48" fmla="*/ 129 w 195"/>
                  <a:gd name="T49" fmla="*/ 18 h 218"/>
                  <a:gd name="T50" fmla="*/ 122 w 195"/>
                  <a:gd name="T51" fmla="*/ 15 h 218"/>
                  <a:gd name="T52" fmla="*/ 124 w 195"/>
                  <a:gd name="T53" fmla="*/ 4 h 218"/>
                  <a:gd name="T54" fmla="*/ 136 w 195"/>
                  <a:gd name="T55" fmla="*/ 4 h 218"/>
                  <a:gd name="T56" fmla="*/ 165 w 195"/>
                  <a:gd name="T57" fmla="*/ 41 h 218"/>
                  <a:gd name="T58" fmla="*/ 166 w 195"/>
                  <a:gd name="T59" fmla="*/ 71 h 218"/>
                  <a:gd name="T60" fmla="*/ 179 w 195"/>
                  <a:gd name="T61" fmla="*/ 65 h 218"/>
                  <a:gd name="T62" fmla="*/ 191 w 195"/>
                  <a:gd name="T63" fmla="*/ 63 h 218"/>
                  <a:gd name="T64" fmla="*/ 192 w 195"/>
                  <a:gd name="T65" fmla="*/ 74 h 218"/>
                  <a:gd name="T66" fmla="*/ 170 w 195"/>
                  <a:gd name="T67" fmla="*/ 87 h 218"/>
                  <a:gd name="T68" fmla="*/ 156 w 195"/>
                  <a:gd name="T69" fmla="*/ 93 h 218"/>
                  <a:gd name="T70" fmla="*/ 152 w 195"/>
                  <a:gd name="T71" fmla="*/ 101 h 218"/>
                  <a:gd name="T72" fmla="*/ 146 w 195"/>
                  <a:gd name="T73" fmla="*/ 112 h 218"/>
                  <a:gd name="T74" fmla="*/ 155 w 195"/>
                  <a:gd name="T75" fmla="*/ 174 h 218"/>
                  <a:gd name="T76" fmla="*/ 147 w 195"/>
                  <a:gd name="T77" fmla="*/ 180 h 218"/>
                  <a:gd name="T78" fmla="*/ 145 w 195"/>
                  <a:gd name="T79" fmla="*/ 180 h 218"/>
                  <a:gd name="T80" fmla="*/ 139 w 195"/>
                  <a:gd name="T81" fmla="*/ 170 h 218"/>
                  <a:gd name="T82" fmla="*/ 131 w 195"/>
                  <a:gd name="T83" fmla="*/ 119 h 218"/>
                  <a:gd name="T84" fmla="*/ 119 w 195"/>
                  <a:gd name="T85" fmla="*/ 118 h 218"/>
                  <a:gd name="T86" fmla="*/ 111 w 195"/>
                  <a:gd name="T87" fmla="*/ 117 h 218"/>
                  <a:gd name="T88" fmla="*/ 92 w 195"/>
                  <a:gd name="T89" fmla="*/ 13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5" h="218">
                    <a:moveTo>
                      <a:pt x="92" y="133"/>
                    </a:moveTo>
                    <a:cubicBezTo>
                      <a:pt x="91" y="135"/>
                      <a:pt x="90" y="136"/>
                      <a:pt x="89" y="137"/>
                    </a:cubicBezTo>
                    <a:cubicBezTo>
                      <a:pt x="79" y="150"/>
                      <a:pt x="55" y="170"/>
                      <a:pt x="33" y="170"/>
                    </a:cubicBezTo>
                    <a:cubicBezTo>
                      <a:pt x="33" y="170"/>
                      <a:pt x="33" y="171"/>
                      <a:pt x="33" y="171"/>
                    </a:cubicBezTo>
                    <a:cubicBezTo>
                      <a:pt x="31" y="187"/>
                      <a:pt x="23" y="202"/>
                      <a:pt x="16" y="214"/>
                    </a:cubicBezTo>
                    <a:cubicBezTo>
                      <a:pt x="15" y="217"/>
                      <a:pt x="12" y="218"/>
                      <a:pt x="9" y="218"/>
                    </a:cubicBezTo>
                    <a:cubicBezTo>
                      <a:pt x="8" y="218"/>
                      <a:pt x="6" y="218"/>
                      <a:pt x="5" y="217"/>
                    </a:cubicBezTo>
                    <a:cubicBezTo>
                      <a:pt x="1" y="215"/>
                      <a:pt x="0" y="210"/>
                      <a:pt x="2" y="206"/>
                    </a:cubicBezTo>
                    <a:cubicBezTo>
                      <a:pt x="9" y="195"/>
                      <a:pt x="15" y="182"/>
                      <a:pt x="17" y="169"/>
                    </a:cubicBezTo>
                    <a:cubicBezTo>
                      <a:pt x="18" y="156"/>
                      <a:pt x="15" y="143"/>
                      <a:pt x="7" y="136"/>
                    </a:cubicBezTo>
                    <a:cubicBezTo>
                      <a:pt x="3" y="133"/>
                      <a:pt x="3" y="128"/>
                      <a:pt x="6" y="125"/>
                    </a:cubicBezTo>
                    <a:cubicBezTo>
                      <a:pt x="9" y="121"/>
                      <a:pt x="14" y="121"/>
                      <a:pt x="17" y="124"/>
                    </a:cubicBezTo>
                    <a:cubicBezTo>
                      <a:pt x="26" y="131"/>
                      <a:pt x="31" y="142"/>
                      <a:pt x="33" y="154"/>
                    </a:cubicBezTo>
                    <a:cubicBezTo>
                      <a:pt x="47" y="153"/>
                      <a:pt x="66" y="140"/>
                      <a:pt x="76" y="127"/>
                    </a:cubicBezTo>
                    <a:cubicBezTo>
                      <a:pt x="77" y="126"/>
                      <a:pt x="78" y="125"/>
                      <a:pt x="79" y="123"/>
                    </a:cubicBezTo>
                    <a:cubicBezTo>
                      <a:pt x="87" y="114"/>
                      <a:pt x="96" y="102"/>
                      <a:pt x="110" y="101"/>
                    </a:cubicBezTo>
                    <a:cubicBezTo>
                      <a:pt x="114" y="101"/>
                      <a:pt x="119" y="102"/>
                      <a:pt x="122" y="102"/>
                    </a:cubicBezTo>
                    <a:cubicBezTo>
                      <a:pt x="125" y="103"/>
                      <a:pt x="128" y="103"/>
                      <a:pt x="130" y="103"/>
                    </a:cubicBezTo>
                    <a:cubicBezTo>
                      <a:pt x="131" y="102"/>
                      <a:pt x="132" y="102"/>
                      <a:pt x="133" y="102"/>
                    </a:cubicBezTo>
                    <a:cubicBezTo>
                      <a:pt x="135" y="100"/>
                      <a:pt x="136" y="98"/>
                      <a:pt x="137" y="94"/>
                    </a:cubicBezTo>
                    <a:cubicBezTo>
                      <a:pt x="139" y="91"/>
                      <a:pt x="141" y="86"/>
                      <a:pt x="144" y="83"/>
                    </a:cubicBezTo>
                    <a:cubicBezTo>
                      <a:pt x="144" y="82"/>
                      <a:pt x="145" y="82"/>
                      <a:pt x="145" y="81"/>
                    </a:cubicBezTo>
                    <a:cubicBezTo>
                      <a:pt x="145" y="81"/>
                      <a:pt x="145" y="80"/>
                      <a:pt x="146" y="79"/>
                    </a:cubicBezTo>
                    <a:cubicBezTo>
                      <a:pt x="151" y="69"/>
                      <a:pt x="153" y="56"/>
                      <a:pt x="149" y="45"/>
                    </a:cubicBezTo>
                    <a:cubicBezTo>
                      <a:pt x="146" y="34"/>
                      <a:pt x="139" y="24"/>
                      <a:pt x="129" y="18"/>
                    </a:cubicBezTo>
                    <a:cubicBezTo>
                      <a:pt x="126" y="19"/>
                      <a:pt x="123" y="17"/>
                      <a:pt x="122" y="15"/>
                    </a:cubicBezTo>
                    <a:cubicBezTo>
                      <a:pt x="119" y="11"/>
                      <a:pt x="120" y="6"/>
                      <a:pt x="124" y="4"/>
                    </a:cubicBezTo>
                    <a:cubicBezTo>
                      <a:pt x="126" y="2"/>
                      <a:pt x="130" y="0"/>
                      <a:pt x="136" y="4"/>
                    </a:cubicBezTo>
                    <a:cubicBezTo>
                      <a:pt x="150" y="12"/>
                      <a:pt x="161" y="25"/>
                      <a:pt x="165" y="41"/>
                    </a:cubicBezTo>
                    <a:cubicBezTo>
                      <a:pt x="168" y="51"/>
                      <a:pt x="168" y="61"/>
                      <a:pt x="166" y="71"/>
                    </a:cubicBezTo>
                    <a:cubicBezTo>
                      <a:pt x="172" y="70"/>
                      <a:pt x="177" y="68"/>
                      <a:pt x="179" y="65"/>
                    </a:cubicBezTo>
                    <a:cubicBezTo>
                      <a:pt x="182" y="61"/>
                      <a:pt x="187" y="60"/>
                      <a:pt x="191" y="63"/>
                    </a:cubicBezTo>
                    <a:cubicBezTo>
                      <a:pt x="194" y="66"/>
                      <a:pt x="195" y="71"/>
                      <a:pt x="192" y="74"/>
                    </a:cubicBezTo>
                    <a:cubicBezTo>
                      <a:pt x="187" y="82"/>
                      <a:pt x="178" y="85"/>
                      <a:pt x="170" y="87"/>
                    </a:cubicBezTo>
                    <a:cubicBezTo>
                      <a:pt x="164" y="88"/>
                      <a:pt x="159" y="90"/>
                      <a:pt x="156" y="93"/>
                    </a:cubicBezTo>
                    <a:cubicBezTo>
                      <a:pt x="155" y="95"/>
                      <a:pt x="153" y="98"/>
                      <a:pt x="152" y="101"/>
                    </a:cubicBezTo>
                    <a:cubicBezTo>
                      <a:pt x="151" y="104"/>
                      <a:pt x="149" y="109"/>
                      <a:pt x="146" y="112"/>
                    </a:cubicBezTo>
                    <a:cubicBezTo>
                      <a:pt x="156" y="131"/>
                      <a:pt x="160" y="153"/>
                      <a:pt x="155" y="174"/>
                    </a:cubicBezTo>
                    <a:cubicBezTo>
                      <a:pt x="154" y="178"/>
                      <a:pt x="150" y="180"/>
                      <a:pt x="147" y="180"/>
                    </a:cubicBezTo>
                    <a:cubicBezTo>
                      <a:pt x="146" y="180"/>
                      <a:pt x="145" y="180"/>
                      <a:pt x="145" y="180"/>
                    </a:cubicBezTo>
                    <a:cubicBezTo>
                      <a:pt x="140" y="179"/>
                      <a:pt x="138" y="175"/>
                      <a:pt x="139" y="170"/>
                    </a:cubicBezTo>
                    <a:cubicBezTo>
                      <a:pt x="143" y="153"/>
                      <a:pt x="140" y="134"/>
                      <a:pt x="131" y="119"/>
                    </a:cubicBezTo>
                    <a:cubicBezTo>
                      <a:pt x="127" y="119"/>
                      <a:pt x="123" y="119"/>
                      <a:pt x="119" y="118"/>
                    </a:cubicBezTo>
                    <a:cubicBezTo>
                      <a:pt x="116" y="118"/>
                      <a:pt x="114" y="117"/>
                      <a:pt x="111" y="117"/>
                    </a:cubicBezTo>
                    <a:cubicBezTo>
                      <a:pt x="104" y="118"/>
                      <a:pt x="98" y="125"/>
                      <a:pt x="92" y="133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06" name="îSḻîḍè" descr="bd8a3901-8f97-450f-8ab2-1aeb599a01ca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6272989" y="5366708"/>
                <a:ext cx="377064" cy="224286"/>
              </a:xfrm>
              <a:custGeom>
                <a:avLst/>
                <a:gdLst>
                  <a:gd name="T0" fmla="*/ 57 w 120"/>
                  <a:gd name="T1" fmla="*/ 27 h 77"/>
                  <a:gd name="T2" fmla="*/ 65 w 120"/>
                  <a:gd name="T3" fmla="*/ 22 h 77"/>
                  <a:gd name="T4" fmla="*/ 76 w 120"/>
                  <a:gd name="T5" fmla="*/ 15 h 77"/>
                  <a:gd name="T6" fmla="*/ 104 w 120"/>
                  <a:gd name="T7" fmla="*/ 17 h 77"/>
                  <a:gd name="T8" fmla="*/ 109 w 120"/>
                  <a:gd name="T9" fmla="*/ 20 h 77"/>
                  <a:gd name="T10" fmla="*/ 114 w 120"/>
                  <a:gd name="T11" fmla="*/ 24 h 77"/>
                  <a:gd name="T12" fmla="*/ 119 w 120"/>
                  <a:gd name="T13" fmla="*/ 34 h 77"/>
                  <a:gd name="T14" fmla="*/ 109 w 120"/>
                  <a:gd name="T15" fmla="*/ 39 h 77"/>
                  <a:gd name="T16" fmla="*/ 98 w 120"/>
                  <a:gd name="T17" fmla="*/ 33 h 77"/>
                  <a:gd name="T18" fmla="*/ 95 w 120"/>
                  <a:gd name="T19" fmla="*/ 30 h 77"/>
                  <a:gd name="T20" fmla="*/ 82 w 120"/>
                  <a:gd name="T21" fmla="*/ 29 h 77"/>
                  <a:gd name="T22" fmla="*/ 75 w 120"/>
                  <a:gd name="T23" fmla="*/ 34 h 77"/>
                  <a:gd name="T24" fmla="*/ 62 w 120"/>
                  <a:gd name="T25" fmla="*/ 42 h 77"/>
                  <a:gd name="T26" fmla="*/ 60 w 120"/>
                  <a:gd name="T27" fmla="*/ 43 h 77"/>
                  <a:gd name="T28" fmla="*/ 40 w 120"/>
                  <a:gd name="T29" fmla="*/ 76 h 77"/>
                  <a:gd name="T30" fmla="*/ 36 w 120"/>
                  <a:gd name="T31" fmla="*/ 77 h 77"/>
                  <a:gd name="T32" fmla="*/ 29 w 120"/>
                  <a:gd name="T33" fmla="*/ 74 h 77"/>
                  <a:gd name="T34" fmla="*/ 31 w 120"/>
                  <a:gd name="T35" fmla="*/ 62 h 77"/>
                  <a:gd name="T36" fmla="*/ 44 w 120"/>
                  <a:gd name="T37" fmla="*/ 43 h 77"/>
                  <a:gd name="T38" fmla="*/ 27 w 120"/>
                  <a:gd name="T39" fmla="*/ 34 h 77"/>
                  <a:gd name="T40" fmla="*/ 18 w 120"/>
                  <a:gd name="T41" fmla="*/ 26 h 77"/>
                  <a:gd name="T42" fmla="*/ 5 w 120"/>
                  <a:gd name="T43" fmla="*/ 16 h 77"/>
                  <a:gd name="T44" fmla="*/ 2 w 120"/>
                  <a:gd name="T45" fmla="*/ 5 h 77"/>
                  <a:gd name="T46" fmla="*/ 13 w 120"/>
                  <a:gd name="T47" fmla="*/ 2 h 77"/>
                  <a:gd name="T48" fmla="*/ 29 w 120"/>
                  <a:gd name="T49" fmla="*/ 14 h 77"/>
                  <a:gd name="T50" fmla="*/ 37 w 120"/>
                  <a:gd name="T51" fmla="*/ 21 h 77"/>
                  <a:gd name="T52" fmla="*/ 57 w 120"/>
                  <a:gd name="T53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77">
                    <a:moveTo>
                      <a:pt x="57" y="27"/>
                    </a:moveTo>
                    <a:cubicBezTo>
                      <a:pt x="59" y="26"/>
                      <a:pt x="62" y="24"/>
                      <a:pt x="65" y="22"/>
                    </a:cubicBezTo>
                    <a:cubicBezTo>
                      <a:pt x="68" y="19"/>
                      <a:pt x="71" y="16"/>
                      <a:pt x="76" y="15"/>
                    </a:cubicBezTo>
                    <a:cubicBezTo>
                      <a:pt x="85" y="11"/>
                      <a:pt x="95" y="11"/>
                      <a:pt x="104" y="17"/>
                    </a:cubicBezTo>
                    <a:cubicBezTo>
                      <a:pt x="105" y="18"/>
                      <a:pt x="107" y="19"/>
                      <a:pt x="109" y="20"/>
                    </a:cubicBezTo>
                    <a:cubicBezTo>
                      <a:pt x="110" y="22"/>
                      <a:pt x="112" y="23"/>
                      <a:pt x="114" y="24"/>
                    </a:cubicBezTo>
                    <a:cubicBezTo>
                      <a:pt x="118" y="25"/>
                      <a:pt x="120" y="29"/>
                      <a:pt x="119" y="34"/>
                    </a:cubicBezTo>
                    <a:cubicBezTo>
                      <a:pt x="118" y="38"/>
                      <a:pt x="113" y="40"/>
                      <a:pt x="109" y="39"/>
                    </a:cubicBezTo>
                    <a:cubicBezTo>
                      <a:pt x="105" y="38"/>
                      <a:pt x="101" y="35"/>
                      <a:pt x="98" y="33"/>
                    </a:cubicBezTo>
                    <a:cubicBezTo>
                      <a:pt x="97" y="32"/>
                      <a:pt x="96" y="31"/>
                      <a:pt x="95" y="30"/>
                    </a:cubicBezTo>
                    <a:cubicBezTo>
                      <a:pt x="91" y="28"/>
                      <a:pt x="86" y="28"/>
                      <a:pt x="82" y="29"/>
                    </a:cubicBezTo>
                    <a:cubicBezTo>
                      <a:pt x="80" y="30"/>
                      <a:pt x="77" y="32"/>
                      <a:pt x="75" y="34"/>
                    </a:cubicBezTo>
                    <a:cubicBezTo>
                      <a:pt x="71" y="37"/>
                      <a:pt x="67" y="40"/>
                      <a:pt x="62" y="42"/>
                    </a:cubicBezTo>
                    <a:cubicBezTo>
                      <a:pt x="61" y="43"/>
                      <a:pt x="61" y="43"/>
                      <a:pt x="60" y="43"/>
                    </a:cubicBezTo>
                    <a:cubicBezTo>
                      <a:pt x="59" y="56"/>
                      <a:pt x="47" y="71"/>
                      <a:pt x="40" y="76"/>
                    </a:cubicBezTo>
                    <a:cubicBezTo>
                      <a:pt x="39" y="77"/>
                      <a:pt x="37" y="77"/>
                      <a:pt x="36" y="77"/>
                    </a:cubicBezTo>
                    <a:cubicBezTo>
                      <a:pt x="33" y="77"/>
                      <a:pt x="30" y="76"/>
                      <a:pt x="29" y="74"/>
                    </a:cubicBezTo>
                    <a:cubicBezTo>
                      <a:pt x="26" y="70"/>
                      <a:pt x="27" y="65"/>
                      <a:pt x="31" y="62"/>
                    </a:cubicBezTo>
                    <a:cubicBezTo>
                      <a:pt x="36" y="59"/>
                      <a:pt x="43" y="48"/>
                      <a:pt x="44" y="43"/>
                    </a:cubicBezTo>
                    <a:cubicBezTo>
                      <a:pt x="38" y="41"/>
                      <a:pt x="33" y="38"/>
                      <a:pt x="27" y="34"/>
                    </a:cubicBezTo>
                    <a:cubicBezTo>
                      <a:pt x="24" y="32"/>
                      <a:pt x="21" y="29"/>
                      <a:pt x="18" y="26"/>
                    </a:cubicBezTo>
                    <a:cubicBezTo>
                      <a:pt x="14" y="22"/>
                      <a:pt x="10" y="19"/>
                      <a:pt x="5" y="16"/>
                    </a:cubicBezTo>
                    <a:cubicBezTo>
                      <a:pt x="1" y="14"/>
                      <a:pt x="0" y="9"/>
                      <a:pt x="2" y="5"/>
                    </a:cubicBezTo>
                    <a:cubicBezTo>
                      <a:pt x="4" y="1"/>
                      <a:pt x="9" y="0"/>
                      <a:pt x="13" y="2"/>
                    </a:cubicBezTo>
                    <a:cubicBezTo>
                      <a:pt x="19" y="6"/>
                      <a:pt x="24" y="10"/>
                      <a:pt x="29" y="14"/>
                    </a:cubicBezTo>
                    <a:cubicBezTo>
                      <a:pt x="31" y="17"/>
                      <a:pt x="34" y="19"/>
                      <a:pt x="37" y="21"/>
                    </a:cubicBezTo>
                    <a:cubicBezTo>
                      <a:pt x="40" y="24"/>
                      <a:pt x="49" y="30"/>
                      <a:pt x="57" y="27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22" name="ïṧḷïḓé" descr="47a78be3-6fa6-4823-82a8-945c4af3bc30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6307618" y="4247056"/>
                <a:ext cx="911879" cy="936307"/>
              </a:xfrm>
              <a:custGeom>
                <a:avLst/>
                <a:gdLst>
                  <a:gd name="T0" fmla="*/ 50 w 290"/>
                  <a:gd name="T1" fmla="*/ 187 h 322"/>
                  <a:gd name="T2" fmla="*/ 70 w 290"/>
                  <a:gd name="T3" fmla="*/ 143 h 322"/>
                  <a:gd name="T4" fmla="*/ 68 w 290"/>
                  <a:gd name="T5" fmla="*/ 142 h 322"/>
                  <a:gd name="T6" fmla="*/ 35 w 290"/>
                  <a:gd name="T7" fmla="*/ 118 h 322"/>
                  <a:gd name="T8" fmla="*/ 76 w 290"/>
                  <a:gd name="T9" fmla="*/ 125 h 322"/>
                  <a:gd name="T10" fmla="*/ 137 w 290"/>
                  <a:gd name="T11" fmla="*/ 85 h 322"/>
                  <a:gd name="T12" fmla="*/ 230 w 290"/>
                  <a:gd name="T13" fmla="*/ 62 h 322"/>
                  <a:gd name="T14" fmla="*/ 248 w 290"/>
                  <a:gd name="T15" fmla="*/ 0 h 322"/>
                  <a:gd name="T16" fmla="*/ 248 w 290"/>
                  <a:gd name="T17" fmla="*/ 56 h 322"/>
                  <a:gd name="T18" fmla="*/ 261 w 290"/>
                  <a:gd name="T19" fmla="*/ 55 h 322"/>
                  <a:gd name="T20" fmla="*/ 274 w 290"/>
                  <a:gd name="T21" fmla="*/ 53 h 322"/>
                  <a:gd name="T22" fmla="*/ 287 w 290"/>
                  <a:gd name="T23" fmla="*/ 62 h 322"/>
                  <a:gd name="T24" fmla="*/ 260 w 290"/>
                  <a:gd name="T25" fmla="*/ 72 h 322"/>
                  <a:gd name="T26" fmla="*/ 239 w 290"/>
                  <a:gd name="T27" fmla="*/ 76 h 322"/>
                  <a:gd name="T28" fmla="*/ 201 w 290"/>
                  <a:gd name="T29" fmla="*/ 87 h 322"/>
                  <a:gd name="T30" fmla="*/ 178 w 290"/>
                  <a:gd name="T31" fmla="*/ 142 h 322"/>
                  <a:gd name="T32" fmla="*/ 160 w 290"/>
                  <a:gd name="T33" fmla="*/ 218 h 322"/>
                  <a:gd name="T34" fmla="*/ 146 w 290"/>
                  <a:gd name="T35" fmla="*/ 237 h 322"/>
                  <a:gd name="T36" fmla="*/ 96 w 290"/>
                  <a:gd name="T37" fmla="*/ 275 h 322"/>
                  <a:gd name="T38" fmla="*/ 53 w 290"/>
                  <a:gd name="T39" fmla="*/ 315 h 322"/>
                  <a:gd name="T40" fmla="*/ 44 w 290"/>
                  <a:gd name="T41" fmla="*/ 322 h 322"/>
                  <a:gd name="T42" fmla="*/ 57 w 290"/>
                  <a:gd name="T43" fmla="*/ 277 h 322"/>
                  <a:gd name="T44" fmla="*/ 121 w 290"/>
                  <a:gd name="T45" fmla="*/ 243 h 322"/>
                  <a:gd name="T46" fmla="*/ 134 w 290"/>
                  <a:gd name="T47" fmla="*/ 225 h 322"/>
                  <a:gd name="T48" fmla="*/ 120 w 290"/>
                  <a:gd name="T49" fmla="*/ 193 h 322"/>
                  <a:gd name="T50" fmla="*/ 144 w 290"/>
                  <a:gd name="T51" fmla="*/ 212 h 322"/>
                  <a:gd name="T52" fmla="*/ 159 w 290"/>
                  <a:gd name="T53" fmla="*/ 192 h 322"/>
                  <a:gd name="T54" fmla="*/ 141 w 290"/>
                  <a:gd name="T55" fmla="*/ 101 h 322"/>
                  <a:gd name="T56" fmla="*/ 94 w 290"/>
                  <a:gd name="T57" fmla="*/ 124 h 322"/>
                  <a:gd name="T58" fmla="*/ 84 w 290"/>
                  <a:gd name="T59" fmla="*/ 156 h 322"/>
                  <a:gd name="T60" fmla="*/ 44 w 290"/>
                  <a:gd name="T61" fmla="*/ 217 h 322"/>
                  <a:gd name="T62" fmla="*/ 9 w 290"/>
                  <a:gd name="T63" fmla="*/ 262 h 322"/>
                  <a:gd name="T64" fmla="*/ 1 w 290"/>
                  <a:gd name="T65" fmla="*/ 251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0" h="322">
                    <a:moveTo>
                      <a:pt x="33" y="206"/>
                    </a:moveTo>
                    <a:cubicBezTo>
                      <a:pt x="39" y="200"/>
                      <a:pt x="45" y="194"/>
                      <a:pt x="50" y="187"/>
                    </a:cubicBezTo>
                    <a:cubicBezTo>
                      <a:pt x="58" y="177"/>
                      <a:pt x="65" y="165"/>
                      <a:pt x="68" y="152"/>
                    </a:cubicBezTo>
                    <a:cubicBezTo>
                      <a:pt x="69" y="149"/>
                      <a:pt x="70" y="146"/>
                      <a:pt x="70" y="143"/>
                    </a:cubicBezTo>
                    <a:cubicBezTo>
                      <a:pt x="70" y="143"/>
                      <a:pt x="71" y="142"/>
                      <a:pt x="71" y="142"/>
                    </a:cubicBezTo>
                    <a:cubicBezTo>
                      <a:pt x="70" y="142"/>
                      <a:pt x="69" y="142"/>
                      <a:pt x="68" y="142"/>
                    </a:cubicBezTo>
                    <a:cubicBezTo>
                      <a:pt x="56" y="142"/>
                      <a:pt x="44" y="137"/>
                      <a:pt x="35" y="129"/>
                    </a:cubicBezTo>
                    <a:cubicBezTo>
                      <a:pt x="32" y="126"/>
                      <a:pt x="32" y="121"/>
                      <a:pt x="35" y="118"/>
                    </a:cubicBezTo>
                    <a:cubicBezTo>
                      <a:pt x="38" y="114"/>
                      <a:pt x="43" y="114"/>
                      <a:pt x="46" y="117"/>
                    </a:cubicBezTo>
                    <a:cubicBezTo>
                      <a:pt x="54" y="124"/>
                      <a:pt x="66" y="127"/>
                      <a:pt x="76" y="125"/>
                    </a:cubicBezTo>
                    <a:cubicBezTo>
                      <a:pt x="77" y="122"/>
                      <a:pt x="79" y="118"/>
                      <a:pt x="80" y="115"/>
                    </a:cubicBezTo>
                    <a:cubicBezTo>
                      <a:pt x="93" y="97"/>
                      <a:pt x="115" y="90"/>
                      <a:pt x="137" y="85"/>
                    </a:cubicBezTo>
                    <a:cubicBezTo>
                      <a:pt x="197" y="71"/>
                      <a:pt x="197" y="71"/>
                      <a:pt x="197" y="71"/>
                    </a:cubicBezTo>
                    <a:cubicBezTo>
                      <a:pt x="208" y="68"/>
                      <a:pt x="219" y="66"/>
                      <a:pt x="230" y="62"/>
                    </a:cubicBezTo>
                    <a:cubicBezTo>
                      <a:pt x="235" y="44"/>
                      <a:pt x="239" y="26"/>
                      <a:pt x="240" y="7"/>
                    </a:cubicBezTo>
                    <a:cubicBezTo>
                      <a:pt x="240" y="3"/>
                      <a:pt x="244" y="0"/>
                      <a:pt x="248" y="0"/>
                    </a:cubicBezTo>
                    <a:cubicBezTo>
                      <a:pt x="253" y="0"/>
                      <a:pt x="256" y="4"/>
                      <a:pt x="256" y="8"/>
                    </a:cubicBezTo>
                    <a:cubicBezTo>
                      <a:pt x="255" y="25"/>
                      <a:pt x="252" y="40"/>
                      <a:pt x="248" y="56"/>
                    </a:cubicBezTo>
                    <a:cubicBezTo>
                      <a:pt x="249" y="56"/>
                      <a:pt x="251" y="56"/>
                      <a:pt x="252" y="55"/>
                    </a:cubicBezTo>
                    <a:cubicBezTo>
                      <a:pt x="255" y="55"/>
                      <a:pt x="258" y="55"/>
                      <a:pt x="261" y="55"/>
                    </a:cubicBezTo>
                    <a:cubicBezTo>
                      <a:pt x="263" y="55"/>
                      <a:pt x="265" y="56"/>
                      <a:pt x="267" y="55"/>
                    </a:cubicBezTo>
                    <a:cubicBezTo>
                      <a:pt x="270" y="55"/>
                      <a:pt x="273" y="54"/>
                      <a:pt x="274" y="53"/>
                    </a:cubicBezTo>
                    <a:cubicBezTo>
                      <a:pt x="276" y="49"/>
                      <a:pt x="281" y="48"/>
                      <a:pt x="285" y="50"/>
                    </a:cubicBezTo>
                    <a:cubicBezTo>
                      <a:pt x="289" y="53"/>
                      <a:pt x="290" y="58"/>
                      <a:pt x="287" y="62"/>
                    </a:cubicBezTo>
                    <a:cubicBezTo>
                      <a:pt x="284" y="67"/>
                      <a:pt x="277" y="71"/>
                      <a:pt x="268" y="72"/>
                    </a:cubicBezTo>
                    <a:cubicBezTo>
                      <a:pt x="265" y="72"/>
                      <a:pt x="263" y="72"/>
                      <a:pt x="260" y="72"/>
                    </a:cubicBezTo>
                    <a:cubicBezTo>
                      <a:pt x="258" y="71"/>
                      <a:pt x="255" y="71"/>
                      <a:pt x="253" y="72"/>
                    </a:cubicBezTo>
                    <a:cubicBezTo>
                      <a:pt x="249" y="72"/>
                      <a:pt x="244" y="74"/>
                      <a:pt x="239" y="76"/>
                    </a:cubicBezTo>
                    <a:cubicBezTo>
                      <a:pt x="238" y="76"/>
                      <a:pt x="237" y="77"/>
                      <a:pt x="236" y="77"/>
                    </a:cubicBezTo>
                    <a:cubicBezTo>
                      <a:pt x="224" y="81"/>
                      <a:pt x="212" y="84"/>
                      <a:pt x="201" y="87"/>
                    </a:cubicBezTo>
                    <a:cubicBezTo>
                      <a:pt x="158" y="97"/>
                      <a:pt x="158" y="97"/>
                      <a:pt x="158" y="97"/>
                    </a:cubicBezTo>
                    <a:cubicBezTo>
                      <a:pt x="166" y="111"/>
                      <a:pt x="174" y="125"/>
                      <a:pt x="178" y="142"/>
                    </a:cubicBezTo>
                    <a:cubicBezTo>
                      <a:pt x="184" y="163"/>
                      <a:pt x="182" y="184"/>
                      <a:pt x="173" y="200"/>
                    </a:cubicBezTo>
                    <a:cubicBezTo>
                      <a:pt x="170" y="207"/>
                      <a:pt x="165" y="213"/>
                      <a:pt x="160" y="218"/>
                    </a:cubicBezTo>
                    <a:cubicBezTo>
                      <a:pt x="157" y="221"/>
                      <a:pt x="154" y="225"/>
                      <a:pt x="152" y="228"/>
                    </a:cubicBezTo>
                    <a:cubicBezTo>
                      <a:pt x="149" y="231"/>
                      <a:pt x="148" y="234"/>
                      <a:pt x="146" y="237"/>
                    </a:cubicBezTo>
                    <a:cubicBezTo>
                      <a:pt x="142" y="243"/>
                      <a:pt x="138" y="249"/>
                      <a:pt x="132" y="255"/>
                    </a:cubicBezTo>
                    <a:cubicBezTo>
                      <a:pt x="122" y="265"/>
                      <a:pt x="109" y="270"/>
                      <a:pt x="96" y="275"/>
                    </a:cubicBezTo>
                    <a:cubicBezTo>
                      <a:pt x="86" y="279"/>
                      <a:pt x="76" y="282"/>
                      <a:pt x="68" y="289"/>
                    </a:cubicBezTo>
                    <a:cubicBezTo>
                      <a:pt x="60" y="296"/>
                      <a:pt x="55" y="305"/>
                      <a:pt x="53" y="315"/>
                    </a:cubicBezTo>
                    <a:cubicBezTo>
                      <a:pt x="53" y="319"/>
                      <a:pt x="49" y="322"/>
                      <a:pt x="45" y="322"/>
                    </a:cubicBezTo>
                    <a:cubicBezTo>
                      <a:pt x="45" y="322"/>
                      <a:pt x="44" y="322"/>
                      <a:pt x="44" y="322"/>
                    </a:cubicBezTo>
                    <a:cubicBezTo>
                      <a:pt x="40" y="322"/>
                      <a:pt x="37" y="317"/>
                      <a:pt x="37" y="313"/>
                    </a:cubicBezTo>
                    <a:cubicBezTo>
                      <a:pt x="39" y="299"/>
                      <a:pt x="47" y="286"/>
                      <a:pt x="57" y="277"/>
                    </a:cubicBezTo>
                    <a:cubicBezTo>
                      <a:pt x="67" y="268"/>
                      <a:pt x="79" y="264"/>
                      <a:pt x="90" y="260"/>
                    </a:cubicBezTo>
                    <a:cubicBezTo>
                      <a:pt x="102" y="255"/>
                      <a:pt x="113" y="251"/>
                      <a:pt x="121" y="243"/>
                    </a:cubicBezTo>
                    <a:cubicBezTo>
                      <a:pt x="125" y="239"/>
                      <a:pt x="128" y="234"/>
                      <a:pt x="132" y="228"/>
                    </a:cubicBezTo>
                    <a:cubicBezTo>
                      <a:pt x="133" y="227"/>
                      <a:pt x="133" y="226"/>
                      <a:pt x="134" y="225"/>
                    </a:cubicBezTo>
                    <a:cubicBezTo>
                      <a:pt x="128" y="219"/>
                      <a:pt x="123" y="211"/>
                      <a:pt x="118" y="204"/>
                    </a:cubicBezTo>
                    <a:cubicBezTo>
                      <a:pt x="115" y="200"/>
                      <a:pt x="116" y="195"/>
                      <a:pt x="120" y="193"/>
                    </a:cubicBezTo>
                    <a:cubicBezTo>
                      <a:pt x="124" y="190"/>
                      <a:pt x="129" y="191"/>
                      <a:pt x="131" y="195"/>
                    </a:cubicBezTo>
                    <a:cubicBezTo>
                      <a:pt x="135" y="201"/>
                      <a:pt x="139" y="206"/>
                      <a:pt x="144" y="212"/>
                    </a:cubicBezTo>
                    <a:cubicBezTo>
                      <a:pt x="145" y="210"/>
                      <a:pt x="146" y="209"/>
                      <a:pt x="147" y="208"/>
                    </a:cubicBezTo>
                    <a:cubicBezTo>
                      <a:pt x="152" y="202"/>
                      <a:pt x="156" y="197"/>
                      <a:pt x="159" y="192"/>
                    </a:cubicBezTo>
                    <a:cubicBezTo>
                      <a:pt x="169" y="175"/>
                      <a:pt x="165" y="156"/>
                      <a:pt x="163" y="146"/>
                    </a:cubicBezTo>
                    <a:cubicBezTo>
                      <a:pt x="158" y="130"/>
                      <a:pt x="150" y="115"/>
                      <a:pt x="141" y="101"/>
                    </a:cubicBezTo>
                    <a:cubicBezTo>
                      <a:pt x="141" y="101"/>
                      <a:pt x="141" y="101"/>
                      <a:pt x="141" y="101"/>
                    </a:cubicBezTo>
                    <a:cubicBezTo>
                      <a:pt x="121" y="105"/>
                      <a:pt x="103" y="110"/>
                      <a:pt x="94" y="124"/>
                    </a:cubicBezTo>
                    <a:cubicBezTo>
                      <a:pt x="90" y="131"/>
                      <a:pt x="88" y="138"/>
                      <a:pt x="86" y="147"/>
                    </a:cubicBezTo>
                    <a:cubicBezTo>
                      <a:pt x="85" y="150"/>
                      <a:pt x="85" y="153"/>
                      <a:pt x="84" y="156"/>
                    </a:cubicBezTo>
                    <a:cubicBezTo>
                      <a:pt x="80" y="171"/>
                      <a:pt x="72" y="185"/>
                      <a:pt x="63" y="197"/>
                    </a:cubicBezTo>
                    <a:cubicBezTo>
                      <a:pt x="57" y="205"/>
                      <a:pt x="51" y="211"/>
                      <a:pt x="44" y="217"/>
                    </a:cubicBezTo>
                    <a:cubicBezTo>
                      <a:pt x="32" y="230"/>
                      <a:pt x="21" y="241"/>
                      <a:pt x="16" y="256"/>
                    </a:cubicBezTo>
                    <a:cubicBezTo>
                      <a:pt x="15" y="259"/>
                      <a:pt x="12" y="262"/>
                      <a:pt x="9" y="262"/>
                    </a:cubicBezTo>
                    <a:cubicBezTo>
                      <a:pt x="8" y="262"/>
                      <a:pt x="7" y="262"/>
                      <a:pt x="6" y="261"/>
                    </a:cubicBezTo>
                    <a:cubicBezTo>
                      <a:pt x="2" y="260"/>
                      <a:pt x="0" y="255"/>
                      <a:pt x="1" y="251"/>
                    </a:cubicBezTo>
                    <a:cubicBezTo>
                      <a:pt x="7" y="233"/>
                      <a:pt x="20" y="219"/>
                      <a:pt x="33" y="206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23" name="išļiḑè" descr="de428d3c-94c2-4e5c-b84f-ae449861383c"/>
              <p:cNvSpPr/>
              <p:nvPr>
                <p:custDataLst>
                  <p:tags r:id="rId42"/>
                </p:custDataLst>
              </p:nvPr>
            </p:nvSpPr>
            <p:spPr bwMode="auto">
              <a:xfrm>
                <a:off x="6471140" y="5236765"/>
                <a:ext cx="640625" cy="455693"/>
              </a:xfrm>
              <a:custGeom>
                <a:avLst/>
                <a:gdLst>
                  <a:gd name="T0" fmla="*/ 12 w 204"/>
                  <a:gd name="T1" fmla="*/ 138 h 157"/>
                  <a:gd name="T2" fmla="*/ 63 w 204"/>
                  <a:gd name="T3" fmla="*/ 124 h 157"/>
                  <a:gd name="T4" fmla="*/ 73 w 204"/>
                  <a:gd name="T5" fmla="*/ 110 h 157"/>
                  <a:gd name="T6" fmla="*/ 80 w 204"/>
                  <a:gd name="T7" fmla="*/ 101 h 157"/>
                  <a:gd name="T8" fmla="*/ 107 w 204"/>
                  <a:gd name="T9" fmla="*/ 80 h 157"/>
                  <a:gd name="T10" fmla="*/ 108 w 204"/>
                  <a:gd name="T11" fmla="*/ 80 h 157"/>
                  <a:gd name="T12" fmla="*/ 113 w 204"/>
                  <a:gd name="T13" fmla="*/ 50 h 157"/>
                  <a:gd name="T14" fmla="*/ 121 w 204"/>
                  <a:gd name="T15" fmla="*/ 42 h 157"/>
                  <a:gd name="T16" fmla="*/ 130 w 204"/>
                  <a:gd name="T17" fmla="*/ 50 h 157"/>
                  <a:gd name="T18" fmla="*/ 125 w 204"/>
                  <a:gd name="T19" fmla="*/ 79 h 157"/>
                  <a:gd name="T20" fmla="*/ 139 w 204"/>
                  <a:gd name="T21" fmla="*/ 78 h 157"/>
                  <a:gd name="T22" fmla="*/ 153 w 204"/>
                  <a:gd name="T23" fmla="*/ 67 h 157"/>
                  <a:gd name="T24" fmla="*/ 187 w 204"/>
                  <a:gd name="T25" fmla="*/ 8 h 157"/>
                  <a:gd name="T26" fmla="*/ 196 w 204"/>
                  <a:gd name="T27" fmla="*/ 1 h 157"/>
                  <a:gd name="T28" fmla="*/ 203 w 204"/>
                  <a:gd name="T29" fmla="*/ 10 h 157"/>
                  <a:gd name="T30" fmla="*/ 165 w 204"/>
                  <a:gd name="T31" fmla="*/ 78 h 157"/>
                  <a:gd name="T32" fmla="*/ 145 w 204"/>
                  <a:gd name="T33" fmla="*/ 93 h 157"/>
                  <a:gd name="T34" fmla="*/ 124 w 204"/>
                  <a:gd name="T35" fmla="*/ 96 h 157"/>
                  <a:gd name="T36" fmla="*/ 111 w 204"/>
                  <a:gd name="T37" fmla="*/ 96 h 157"/>
                  <a:gd name="T38" fmla="*/ 93 w 204"/>
                  <a:gd name="T39" fmla="*/ 111 h 157"/>
                  <a:gd name="T40" fmla="*/ 87 w 204"/>
                  <a:gd name="T41" fmla="*/ 119 h 157"/>
                  <a:gd name="T42" fmla="*/ 75 w 204"/>
                  <a:gd name="T43" fmla="*/ 135 h 157"/>
                  <a:gd name="T44" fmla="*/ 26 w 204"/>
                  <a:gd name="T45" fmla="*/ 157 h 157"/>
                  <a:gd name="T46" fmla="*/ 7 w 204"/>
                  <a:gd name="T47" fmla="*/ 154 h 157"/>
                  <a:gd name="T48" fmla="*/ 1 w 204"/>
                  <a:gd name="T49" fmla="*/ 144 h 157"/>
                  <a:gd name="T50" fmla="*/ 12 w 204"/>
                  <a:gd name="T51" fmla="*/ 13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4" h="157">
                    <a:moveTo>
                      <a:pt x="12" y="138"/>
                    </a:moveTo>
                    <a:cubicBezTo>
                      <a:pt x="29" y="144"/>
                      <a:pt x="51" y="138"/>
                      <a:pt x="63" y="124"/>
                    </a:cubicBezTo>
                    <a:cubicBezTo>
                      <a:pt x="67" y="120"/>
                      <a:pt x="70" y="115"/>
                      <a:pt x="73" y="110"/>
                    </a:cubicBezTo>
                    <a:cubicBezTo>
                      <a:pt x="75" y="107"/>
                      <a:pt x="77" y="104"/>
                      <a:pt x="80" y="101"/>
                    </a:cubicBezTo>
                    <a:cubicBezTo>
                      <a:pt x="88" y="90"/>
                      <a:pt x="97" y="83"/>
                      <a:pt x="107" y="80"/>
                    </a:cubicBezTo>
                    <a:cubicBezTo>
                      <a:pt x="107" y="80"/>
                      <a:pt x="108" y="80"/>
                      <a:pt x="108" y="80"/>
                    </a:cubicBezTo>
                    <a:cubicBezTo>
                      <a:pt x="112" y="71"/>
                      <a:pt x="114" y="60"/>
                      <a:pt x="113" y="50"/>
                    </a:cubicBezTo>
                    <a:cubicBezTo>
                      <a:pt x="113" y="45"/>
                      <a:pt x="117" y="42"/>
                      <a:pt x="121" y="42"/>
                    </a:cubicBezTo>
                    <a:cubicBezTo>
                      <a:pt x="126" y="42"/>
                      <a:pt x="130" y="45"/>
                      <a:pt x="130" y="50"/>
                    </a:cubicBezTo>
                    <a:cubicBezTo>
                      <a:pt x="130" y="60"/>
                      <a:pt x="128" y="70"/>
                      <a:pt x="125" y="79"/>
                    </a:cubicBezTo>
                    <a:cubicBezTo>
                      <a:pt x="130" y="80"/>
                      <a:pt x="135" y="80"/>
                      <a:pt x="139" y="78"/>
                    </a:cubicBezTo>
                    <a:cubicBezTo>
                      <a:pt x="144" y="76"/>
                      <a:pt x="149" y="71"/>
                      <a:pt x="153" y="67"/>
                    </a:cubicBezTo>
                    <a:cubicBezTo>
                      <a:pt x="171" y="47"/>
                      <a:pt x="185" y="29"/>
                      <a:pt x="187" y="8"/>
                    </a:cubicBezTo>
                    <a:cubicBezTo>
                      <a:pt x="188" y="4"/>
                      <a:pt x="191" y="0"/>
                      <a:pt x="196" y="1"/>
                    </a:cubicBezTo>
                    <a:cubicBezTo>
                      <a:pt x="200" y="1"/>
                      <a:pt x="204" y="5"/>
                      <a:pt x="203" y="10"/>
                    </a:cubicBezTo>
                    <a:cubicBezTo>
                      <a:pt x="201" y="38"/>
                      <a:pt x="180" y="61"/>
                      <a:pt x="165" y="78"/>
                    </a:cubicBezTo>
                    <a:cubicBezTo>
                      <a:pt x="160" y="83"/>
                      <a:pt x="154" y="90"/>
                      <a:pt x="145" y="93"/>
                    </a:cubicBezTo>
                    <a:cubicBezTo>
                      <a:pt x="138" y="96"/>
                      <a:pt x="130" y="96"/>
                      <a:pt x="124" y="96"/>
                    </a:cubicBezTo>
                    <a:cubicBezTo>
                      <a:pt x="119" y="95"/>
                      <a:pt x="115" y="95"/>
                      <a:pt x="111" y="96"/>
                    </a:cubicBezTo>
                    <a:cubicBezTo>
                      <a:pt x="105" y="98"/>
                      <a:pt x="99" y="102"/>
                      <a:pt x="93" y="111"/>
                    </a:cubicBezTo>
                    <a:cubicBezTo>
                      <a:pt x="91" y="113"/>
                      <a:pt x="89" y="116"/>
                      <a:pt x="87" y="119"/>
                    </a:cubicBezTo>
                    <a:cubicBezTo>
                      <a:pt x="83" y="125"/>
                      <a:pt x="80" y="130"/>
                      <a:pt x="75" y="135"/>
                    </a:cubicBezTo>
                    <a:cubicBezTo>
                      <a:pt x="63" y="149"/>
                      <a:pt x="44" y="157"/>
                      <a:pt x="26" y="157"/>
                    </a:cubicBezTo>
                    <a:cubicBezTo>
                      <a:pt x="19" y="157"/>
                      <a:pt x="13" y="156"/>
                      <a:pt x="7" y="154"/>
                    </a:cubicBezTo>
                    <a:cubicBezTo>
                      <a:pt x="3" y="153"/>
                      <a:pt x="0" y="148"/>
                      <a:pt x="1" y="144"/>
                    </a:cubicBezTo>
                    <a:cubicBezTo>
                      <a:pt x="3" y="140"/>
                      <a:pt x="7" y="137"/>
                      <a:pt x="12" y="138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24" name="iśļîḑe" descr="ef5ae0c0-9e6c-45dc-853b-7dcf4b64b9d7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6907842" y="2856836"/>
                <a:ext cx="217390" cy="245647"/>
              </a:xfrm>
              <a:custGeom>
                <a:avLst/>
                <a:gdLst>
                  <a:gd name="T0" fmla="*/ 11 w 69"/>
                  <a:gd name="T1" fmla="*/ 1 h 84"/>
                  <a:gd name="T2" fmla="*/ 60 w 69"/>
                  <a:gd name="T3" fmla="*/ 56 h 84"/>
                  <a:gd name="T4" fmla="*/ 60 w 69"/>
                  <a:gd name="T5" fmla="*/ 59 h 84"/>
                  <a:gd name="T6" fmla="*/ 61 w 69"/>
                  <a:gd name="T7" fmla="*/ 65 h 84"/>
                  <a:gd name="T8" fmla="*/ 62 w 69"/>
                  <a:gd name="T9" fmla="*/ 68 h 84"/>
                  <a:gd name="T10" fmla="*/ 68 w 69"/>
                  <a:gd name="T11" fmla="*/ 78 h 84"/>
                  <a:gd name="T12" fmla="*/ 60 w 69"/>
                  <a:gd name="T13" fmla="*/ 84 h 84"/>
                  <a:gd name="T14" fmla="*/ 58 w 69"/>
                  <a:gd name="T15" fmla="*/ 83 h 84"/>
                  <a:gd name="T16" fmla="*/ 45 w 69"/>
                  <a:gd name="T17" fmla="*/ 70 h 84"/>
                  <a:gd name="T18" fmla="*/ 44 w 69"/>
                  <a:gd name="T19" fmla="*/ 60 h 84"/>
                  <a:gd name="T20" fmla="*/ 43 w 69"/>
                  <a:gd name="T21" fmla="*/ 58 h 84"/>
                  <a:gd name="T22" fmla="*/ 7 w 69"/>
                  <a:gd name="T23" fmla="*/ 17 h 84"/>
                  <a:gd name="T24" fmla="*/ 1 w 69"/>
                  <a:gd name="T25" fmla="*/ 7 h 84"/>
                  <a:gd name="T26" fmla="*/ 11 w 69"/>
                  <a:gd name="T27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84">
                    <a:moveTo>
                      <a:pt x="11" y="1"/>
                    </a:moveTo>
                    <a:cubicBezTo>
                      <a:pt x="36" y="7"/>
                      <a:pt x="57" y="30"/>
                      <a:pt x="60" y="56"/>
                    </a:cubicBezTo>
                    <a:cubicBezTo>
                      <a:pt x="60" y="57"/>
                      <a:pt x="60" y="58"/>
                      <a:pt x="60" y="59"/>
                    </a:cubicBezTo>
                    <a:cubicBezTo>
                      <a:pt x="60" y="61"/>
                      <a:pt x="60" y="64"/>
                      <a:pt x="61" y="65"/>
                    </a:cubicBezTo>
                    <a:cubicBezTo>
                      <a:pt x="61" y="67"/>
                      <a:pt x="62" y="68"/>
                      <a:pt x="62" y="68"/>
                    </a:cubicBezTo>
                    <a:cubicBezTo>
                      <a:pt x="66" y="69"/>
                      <a:pt x="69" y="74"/>
                      <a:pt x="68" y="78"/>
                    </a:cubicBezTo>
                    <a:cubicBezTo>
                      <a:pt x="67" y="81"/>
                      <a:pt x="63" y="84"/>
                      <a:pt x="60" y="84"/>
                    </a:cubicBezTo>
                    <a:cubicBezTo>
                      <a:pt x="59" y="84"/>
                      <a:pt x="58" y="84"/>
                      <a:pt x="58" y="83"/>
                    </a:cubicBezTo>
                    <a:cubicBezTo>
                      <a:pt x="52" y="82"/>
                      <a:pt x="47" y="77"/>
                      <a:pt x="45" y="70"/>
                    </a:cubicBezTo>
                    <a:cubicBezTo>
                      <a:pt x="44" y="67"/>
                      <a:pt x="44" y="63"/>
                      <a:pt x="44" y="60"/>
                    </a:cubicBezTo>
                    <a:cubicBezTo>
                      <a:pt x="44" y="59"/>
                      <a:pt x="44" y="59"/>
                      <a:pt x="43" y="58"/>
                    </a:cubicBezTo>
                    <a:cubicBezTo>
                      <a:pt x="42" y="39"/>
                      <a:pt x="26" y="21"/>
                      <a:pt x="7" y="17"/>
                    </a:cubicBezTo>
                    <a:cubicBezTo>
                      <a:pt x="3" y="16"/>
                      <a:pt x="0" y="11"/>
                      <a:pt x="1" y="7"/>
                    </a:cubicBezTo>
                    <a:cubicBezTo>
                      <a:pt x="2" y="3"/>
                      <a:pt x="7" y="0"/>
                      <a:pt x="11" y="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25" name="îsliḍè" descr="660e5ad7-5fa1-47f0-b336-38989aab0e7d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6561559" y="2668151"/>
                <a:ext cx="242398" cy="233187"/>
              </a:xfrm>
              <a:custGeom>
                <a:avLst/>
                <a:gdLst>
                  <a:gd name="T0" fmla="*/ 8 w 77"/>
                  <a:gd name="T1" fmla="*/ 1 h 80"/>
                  <a:gd name="T2" fmla="*/ 41 w 77"/>
                  <a:gd name="T3" fmla="*/ 15 h 80"/>
                  <a:gd name="T4" fmla="*/ 52 w 77"/>
                  <a:gd name="T5" fmla="*/ 39 h 80"/>
                  <a:gd name="T6" fmla="*/ 55 w 77"/>
                  <a:gd name="T7" fmla="*/ 47 h 80"/>
                  <a:gd name="T8" fmla="*/ 70 w 77"/>
                  <a:gd name="T9" fmla="*/ 64 h 80"/>
                  <a:gd name="T10" fmla="*/ 76 w 77"/>
                  <a:gd name="T11" fmla="*/ 73 h 80"/>
                  <a:gd name="T12" fmla="*/ 68 w 77"/>
                  <a:gd name="T13" fmla="*/ 80 h 80"/>
                  <a:gd name="T14" fmla="*/ 67 w 77"/>
                  <a:gd name="T15" fmla="*/ 80 h 80"/>
                  <a:gd name="T16" fmla="*/ 39 w 77"/>
                  <a:gd name="T17" fmla="*/ 52 h 80"/>
                  <a:gd name="T18" fmla="*/ 37 w 77"/>
                  <a:gd name="T19" fmla="*/ 44 h 80"/>
                  <a:gd name="T20" fmla="*/ 28 w 77"/>
                  <a:gd name="T21" fmla="*/ 25 h 80"/>
                  <a:gd name="T22" fmla="*/ 9 w 77"/>
                  <a:gd name="T23" fmla="*/ 17 h 80"/>
                  <a:gd name="T24" fmla="*/ 0 w 77"/>
                  <a:gd name="T25" fmla="*/ 10 h 80"/>
                  <a:gd name="T26" fmla="*/ 8 w 77"/>
                  <a:gd name="T27" fmla="*/ 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80">
                    <a:moveTo>
                      <a:pt x="8" y="1"/>
                    </a:moveTo>
                    <a:cubicBezTo>
                      <a:pt x="20" y="0"/>
                      <a:pt x="33" y="5"/>
                      <a:pt x="41" y="15"/>
                    </a:cubicBezTo>
                    <a:cubicBezTo>
                      <a:pt x="47" y="22"/>
                      <a:pt x="50" y="31"/>
                      <a:pt x="52" y="39"/>
                    </a:cubicBezTo>
                    <a:cubicBezTo>
                      <a:pt x="53" y="42"/>
                      <a:pt x="54" y="44"/>
                      <a:pt x="55" y="47"/>
                    </a:cubicBezTo>
                    <a:cubicBezTo>
                      <a:pt x="56" y="50"/>
                      <a:pt x="61" y="63"/>
                      <a:pt x="70" y="64"/>
                    </a:cubicBezTo>
                    <a:cubicBezTo>
                      <a:pt x="74" y="65"/>
                      <a:pt x="77" y="69"/>
                      <a:pt x="76" y="73"/>
                    </a:cubicBezTo>
                    <a:cubicBezTo>
                      <a:pt x="76" y="77"/>
                      <a:pt x="72" y="80"/>
                      <a:pt x="68" y="80"/>
                    </a:cubicBezTo>
                    <a:cubicBezTo>
                      <a:pt x="68" y="80"/>
                      <a:pt x="68" y="80"/>
                      <a:pt x="67" y="80"/>
                    </a:cubicBezTo>
                    <a:cubicBezTo>
                      <a:pt x="55" y="78"/>
                      <a:pt x="45" y="68"/>
                      <a:pt x="39" y="52"/>
                    </a:cubicBezTo>
                    <a:cubicBezTo>
                      <a:pt x="39" y="49"/>
                      <a:pt x="38" y="47"/>
                      <a:pt x="37" y="44"/>
                    </a:cubicBezTo>
                    <a:cubicBezTo>
                      <a:pt x="35" y="37"/>
                      <a:pt x="32" y="30"/>
                      <a:pt x="28" y="25"/>
                    </a:cubicBezTo>
                    <a:cubicBezTo>
                      <a:pt x="24" y="20"/>
                      <a:pt x="16" y="16"/>
                      <a:pt x="9" y="17"/>
                    </a:cubicBezTo>
                    <a:cubicBezTo>
                      <a:pt x="5" y="18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1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id="126" name="íşlïďé" descr="cdcd4433-8a9d-44a8-91c5-ac3bafa9846d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6063295" y="2548888"/>
                <a:ext cx="1683322" cy="3293094"/>
              </a:xfrm>
              <a:custGeom>
                <a:avLst/>
                <a:gdLst>
                  <a:gd name="T0" fmla="*/ 42 w 536"/>
                  <a:gd name="T1" fmla="*/ 905 h 1132"/>
                  <a:gd name="T2" fmla="*/ 30 w 536"/>
                  <a:gd name="T3" fmla="*/ 1012 h 1132"/>
                  <a:gd name="T4" fmla="*/ 137 w 536"/>
                  <a:gd name="T5" fmla="*/ 1132 h 1132"/>
                  <a:gd name="T6" fmla="*/ 375 w 536"/>
                  <a:gd name="T7" fmla="*/ 1009 h 1132"/>
                  <a:gd name="T8" fmla="*/ 468 w 536"/>
                  <a:gd name="T9" fmla="*/ 782 h 1132"/>
                  <a:gd name="T10" fmla="*/ 511 w 536"/>
                  <a:gd name="T11" fmla="*/ 470 h 1132"/>
                  <a:gd name="T12" fmla="*/ 430 w 536"/>
                  <a:gd name="T13" fmla="*/ 240 h 1132"/>
                  <a:gd name="T14" fmla="*/ 274 w 536"/>
                  <a:gd name="T15" fmla="*/ 77 h 1132"/>
                  <a:gd name="T16" fmla="*/ 36 w 536"/>
                  <a:gd name="T17" fmla="*/ 234 h 1132"/>
                  <a:gd name="T18" fmla="*/ 25 w 536"/>
                  <a:gd name="T19" fmla="*/ 385 h 1132"/>
                  <a:gd name="T20" fmla="*/ 31 w 536"/>
                  <a:gd name="T21" fmla="*/ 515 h 1132"/>
                  <a:gd name="T22" fmla="*/ 15 w 536"/>
                  <a:gd name="T23" fmla="*/ 699 h 1132"/>
                  <a:gd name="T24" fmla="*/ 433 w 536"/>
                  <a:gd name="T25" fmla="*/ 377 h 1132"/>
                  <a:gd name="T26" fmla="*/ 334 w 536"/>
                  <a:gd name="T27" fmla="*/ 516 h 1132"/>
                  <a:gd name="T28" fmla="*/ 205 w 536"/>
                  <a:gd name="T29" fmla="*/ 568 h 1132"/>
                  <a:gd name="T30" fmla="*/ 33 w 536"/>
                  <a:gd name="T31" fmla="*/ 640 h 1132"/>
                  <a:gd name="T32" fmla="*/ 98 w 536"/>
                  <a:gd name="T33" fmla="*/ 435 h 1132"/>
                  <a:gd name="T34" fmla="*/ 48 w 536"/>
                  <a:gd name="T35" fmla="*/ 432 h 1132"/>
                  <a:gd name="T36" fmla="*/ 35 w 536"/>
                  <a:gd name="T37" fmla="*/ 279 h 1132"/>
                  <a:gd name="T38" fmla="*/ 63 w 536"/>
                  <a:gd name="T39" fmla="*/ 214 h 1132"/>
                  <a:gd name="T40" fmla="*/ 162 w 536"/>
                  <a:gd name="T41" fmla="*/ 21 h 1132"/>
                  <a:gd name="T42" fmla="*/ 367 w 536"/>
                  <a:gd name="T43" fmla="*/ 132 h 1132"/>
                  <a:gd name="T44" fmla="*/ 258 w 536"/>
                  <a:gd name="T45" fmla="*/ 161 h 1132"/>
                  <a:gd name="T46" fmla="*/ 181 w 536"/>
                  <a:gd name="T47" fmla="*/ 161 h 1132"/>
                  <a:gd name="T48" fmla="*/ 152 w 536"/>
                  <a:gd name="T49" fmla="*/ 114 h 1132"/>
                  <a:gd name="T50" fmla="*/ 177 w 536"/>
                  <a:gd name="T51" fmla="*/ 178 h 1132"/>
                  <a:gd name="T52" fmla="*/ 179 w 536"/>
                  <a:gd name="T53" fmla="*/ 268 h 1132"/>
                  <a:gd name="T54" fmla="*/ 192 w 536"/>
                  <a:gd name="T55" fmla="*/ 371 h 1132"/>
                  <a:gd name="T56" fmla="*/ 193 w 536"/>
                  <a:gd name="T57" fmla="*/ 421 h 1132"/>
                  <a:gd name="T58" fmla="*/ 132 w 536"/>
                  <a:gd name="T59" fmla="*/ 464 h 1132"/>
                  <a:gd name="T60" fmla="*/ 166 w 536"/>
                  <a:gd name="T61" fmla="*/ 484 h 1132"/>
                  <a:gd name="T62" fmla="*/ 179 w 536"/>
                  <a:gd name="T63" fmla="*/ 516 h 1132"/>
                  <a:gd name="T64" fmla="*/ 194 w 536"/>
                  <a:gd name="T65" fmla="*/ 470 h 1132"/>
                  <a:gd name="T66" fmla="*/ 229 w 536"/>
                  <a:gd name="T67" fmla="*/ 340 h 1132"/>
                  <a:gd name="T68" fmla="*/ 193 w 536"/>
                  <a:gd name="T69" fmla="*/ 176 h 1132"/>
                  <a:gd name="T70" fmla="*/ 251 w 536"/>
                  <a:gd name="T71" fmla="*/ 176 h 1132"/>
                  <a:gd name="T72" fmla="*/ 293 w 536"/>
                  <a:gd name="T73" fmla="*/ 255 h 1132"/>
                  <a:gd name="T74" fmla="*/ 309 w 536"/>
                  <a:gd name="T75" fmla="*/ 258 h 1132"/>
                  <a:gd name="T76" fmla="*/ 30 w 536"/>
                  <a:gd name="T77" fmla="*/ 702 h 1132"/>
                  <a:gd name="T78" fmla="*/ 65 w 536"/>
                  <a:gd name="T79" fmla="*/ 676 h 1132"/>
                  <a:gd name="T80" fmla="*/ 304 w 536"/>
                  <a:gd name="T81" fmla="*/ 536 h 1132"/>
                  <a:gd name="T82" fmla="*/ 385 w 536"/>
                  <a:gd name="T83" fmla="*/ 464 h 1132"/>
                  <a:gd name="T84" fmla="*/ 500 w 536"/>
                  <a:gd name="T85" fmla="*/ 438 h 1132"/>
                  <a:gd name="T86" fmla="*/ 472 w 536"/>
                  <a:gd name="T87" fmla="*/ 499 h 1132"/>
                  <a:gd name="T88" fmla="*/ 441 w 536"/>
                  <a:gd name="T89" fmla="*/ 682 h 1132"/>
                  <a:gd name="T90" fmla="*/ 474 w 536"/>
                  <a:gd name="T91" fmla="*/ 654 h 1132"/>
                  <a:gd name="T92" fmla="*/ 425 w 536"/>
                  <a:gd name="T93" fmla="*/ 808 h 1132"/>
                  <a:gd name="T94" fmla="*/ 436 w 536"/>
                  <a:gd name="T95" fmla="*/ 899 h 1132"/>
                  <a:gd name="T96" fmla="*/ 375 w 536"/>
                  <a:gd name="T97" fmla="*/ 943 h 1132"/>
                  <a:gd name="T98" fmla="*/ 336 w 536"/>
                  <a:gd name="T99" fmla="*/ 994 h 1132"/>
                  <a:gd name="T100" fmla="*/ 266 w 536"/>
                  <a:gd name="T101" fmla="*/ 1073 h 1132"/>
                  <a:gd name="T102" fmla="*/ 45 w 536"/>
                  <a:gd name="T103" fmla="*/ 1037 h 1132"/>
                  <a:gd name="T104" fmla="*/ 69 w 536"/>
                  <a:gd name="T105" fmla="*/ 1030 h 1132"/>
                  <a:gd name="T106" fmla="*/ 43 w 536"/>
                  <a:gd name="T107" fmla="*/ 951 h 1132"/>
                  <a:gd name="T108" fmla="*/ 96 w 536"/>
                  <a:gd name="T109" fmla="*/ 917 h 1132"/>
                  <a:gd name="T110" fmla="*/ 44 w 536"/>
                  <a:gd name="T111" fmla="*/ 793 h 1132"/>
                  <a:gd name="T112" fmla="*/ 65 w 536"/>
                  <a:gd name="T113" fmla="*/ 785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36" h="1132">
                    <a:moveTo>
                      <a:pt x="28" y="775"/>
                    </a:moveTo>
                    <a:cubicBezTo>
                      <a:pt x="29" y="777"/>
                      <a:pt x="30" y="778"/>
                      <a:pt x="31" y="780"/>
                    </a:cubicBezTo>
                    <a:cubicBezTo>
                      <a:pt x="20" y="806"/>
                      <a:pt x="24" y="836"/>
                      <a:pt x="30" y="866"/>
                    </a:cubicBezTo>
                    <a:cubicBezTo>
                      <a:pt x="32" y="878"/>
                      <a:pt x="35" y="892"/>
                      <a:pt x="42" y="905"/>
                    </a:cubicBezTo>
                    <a:cubicBezTo>
                      <a:pt x="41" y="906"/>
                      <a:pt x="41" y="908"/>
                      <a:pt x="42" y="909"/>
                    </a:cubicBezTo>
                    <a:cubicBezTo>
                      <a:pt x="34" y="921"/>
                      <a:pt x="29" y="935"/>
                      <a:pt x="27" y="949"/>
                    </a:cubicBezTo>
                    <a:cubicBezTo>
                      <a:pt x="25" y="958"/>
                      <a:pt x="25" y="967"/>
                      <a:pt x="25" y="975"/>
                    </a:cubicBezTo>
                    <a:cubicBezTo>
                      <a:pt x="25" y="987"/>
                      <a:pt x="26" y="1000"/>
                      <a:pt x="30" y="1012"/>
                    </a:cubicBezTo>
                    <a:cubicBezTo>
                      <a:pt x="30" y="1013"/>
                      <a:pt x="31" y="1015"/>
                      <a:pt x="31" y="1016"/>
                    </a:cubicBezTo>
                    <a:cubicBezTo>
                      <a:pt x="21" y="1046"/>
                      <a:pt x="41" y="1076"/>
                      <a:pt x="54" y="1091"/>
                    </a:cubicBezTo>
                    <a:cubicBezTo>
                      <a:pt x="70" y="1108"/>
                      <a:pt x="85" y="1120"/>
                      <a:pt x="101" y="1126"/>
                    </a:cubicBezTo>
                    <a:cubicBezTo>
                      <a:pt x="113" y="1130"/>
                      <a:pt x="125" y="1132"/>
                      <a:pt x="137" y="1132"/>
                    </a:cubicBezTo>
                    <a:cubicBezTo>
                      <a:pt x="161" y="1132"/>
                      <a:pt x="186" y="1125"/>
                      <a:pt x="208" y="1117"/>
                    </a:cubicBezTo>
                    <a:cubicBezTo>
                      <a:pt x="231" y="1109"/>
                      <a:pt x="254" y="1101"/>
                      <a:pt x="275" y="1087"/>
                    </a:cubicBezTo>
                    <a:cubicBezTo>
                      <a:pt x="292" y="1076"/>
                      <a:pt x="307" y="1062"/>
                      <a:pt x="319" y="1046"/>
                    </a:cubicBezTo>
                    <a:cubicBezTo>
                      <a:pt x="341" y="1041"/>
                      <a:pt x="361" y="1028"/>
                      <a:pt x="375" y="1009"/>
                    </a:cubicBezTo>
                    <a:cubicBezTo>
                      <a:pt x="386" y="993"/>
                      <a:pt x="393" y="973"/>
                      <a:pt x="392" y="953"/>
                    </a:cubicBezTo>
                    <a:cubicBezTo>
                      <a:pt x="403" y="954"/>
                      <a:pt x="416" y="950"/>
                      <a:pt x="426" y="942"/>
                    </a:cubicBezTo>
                    <a:cubicBezTo>
                      <a:pt x="438" y="932"/>
                      <a:pt x="446" y="917"/>
                      <a:pt x="451" y="905"/>
                    </a:cubicBezTo>
                    <a:cubicBezTo>
                      <a:pt x="467" y="866"/>
                      <a:pt x="473" y="824"/>
                      <a:pt x="468" y="782"/>
                    </a:cubicBezTo>
                    <a:cubicBezTo>
                      <a:pt x="472" y="775"/>
                      <a:pt x="476" y="768"/>
                      <a:pt x="479" y="759"/>
                    </a:cubicBezTo>
                    <a:cubicBezTo>
                      <a:pt x="494" y="721"/>
                      <a:pt x="498" y="680"/>
                      <a:pt x="491" y="639"/>
                    </a:cubicBezTo>
                    <a:cubicBezTo>
                      <a:pt x="491" y="638"/>
                      <a:pt x="491" y="637"/>
                      <a:pt x="490" y="636"/>
                    </a:cubicBezTo>
                    <a:cubicBezTo>
                      <a:pt x="527" y="588"/>
                      <a:pt x="536" y="518"/>
                      <a:pt x="511" y="470"/>
                    </a:cubicBezTo>
                    <a:cubicBezTo>
                      <a:pt x="515" y="459"/>
                      <a:pt x="516" y="447"/>
                      <a:pt x="516" y="438"/>
                    </a:cubicBezTo>
                    <a:cubicBezTo>
                      <a:pt x="516" y="411"/>
                      <a:pt x="509" y="392"/>
                      <a:pt x="495" y="381"/>
                    </a:cubicBezTo>
                    <a:cubicBezTo>
                      <a:pt x="491" y="378"/>
                      <a:pt x="486" y="375"/>
                      <a:pt x="481" y="373"/>
                    </a:cubicBezTo>
                    <a:cubicBezTo>
                      <a:pt x="490" y="316"/>
                      <a:pt x="472" y="268"/>
                      <a:pt x="430" y="240"/>
                    </a:cubicBezTo>
                    <a:cubicBezTo>
                      <a:pt x="420" y="233"/>
                      <a:pt x="409" y="228"/>
                      <a:pt x="398" y="224"/>
                    </a:cubicBezTo>
                    <a:cubicBezTo>
                      <a:pt x="412" y="181"/>
                      <a:pt x="396" y="145"/>
                      <a:pt x="380" y="122"/>
                    </a:cubicBezTo>
                    <a:cubicBezTo>
                      <a:pt x="350" y="81"/>
                      <a:pt x="298" y="78"/>
                      <a:pt x="278" y="78"/>
                    </a:cubicBezTo>
                    <a:cubicBezTo>
                      <a:pt x="276" y="77"/>
                      <a:pt x="275" y="77"/>
                      <a:pt x="274" y="77"/>
                    </a:cubicBezTo>
                    <a:cubicBezTo>
                      <a:pt x="272" y="76"/>
                      <a:pt x="270" y="72"/>
                      <a:pt x="268" y="68"/>
                    </a:cubicBezTo>
                    <a:cubicBezTo>
                      <a:pt x="255" y="49"/>
                      <a:pt x="233" y="12"/>
                      <a:pt x="164" y="5"/>
                    </a:cubicBezTo>
                    <a:cubicBezTo>
                      <a:pt x="138" y="2"/>
                      <a:pt x="110" y="0"/>
                      <a:pt x="87" y="13"/>
                    </a:cubicBezTo>
                    <a:cubicBezTo>
                      <a:pt x="9" y="54"/>
                      <a:pt x="0" y="156"/>
                      <a:pt x="36" y="234"/>
                    </a:cubicBezTo>
                    <a:cubicBezTo>
                      <a:pt x="27" y="247"/>
                      <a:pt x="21" y="262"/>
                      <a:pt x="19" y="277"/>
                    </a:cubicBezTo>
                    <a:cubicBezTo>
                      <a:pt x="16" y="297"/>
                      <a:pt x="19" y="316"/>
                      <a:pt x="22" y="335"/>
                    </a:cubicBezTo>
                    <a:cubicBezTo>
                      <a:pt x="23" y="345"/>
                      <a:pt x="25" y="356"/>
                      <a:pt x="25" y="366"/>
                    </a:cubicBezTo>
                    <a:cubicBezTo>
                      <a:pt x="26" y="372"/>
                      <a:pt x="25" y="378"/>
                      <a:pt x="25" y="385"/>
                    </a:cubicBezTo>
                    <a:cubicBezTo>
                      <a:pt x="25" y="402"/>
                      <a:pt x="25" y="421"/>
                      <a:pt x="33" y="438"/>
                    </a:cubicBezTo>
                    <a:cubicBezTo>
                      <a:pt x="37" y="450"/>
                      <a:pt x="46" y="459"/>
                      <a:pt x="55" y="462"/>
                    </a:cubicBezTo>
                    <a:cubicBezTo>
                      <a:pt x="51" y="471"/>
                      <a:pt x="47" y="480"/>
                      <a:pt x="43" y="489"/>
                    </a:cubicBezTo>
                    <a:cubicBezTo>
                      <a:pt x="39" y="497"/>
                      <a:pt x="35" y="506"/>
                      <a:pt x="31" y="515"/>
                    </a:cubicBezTo>
                    <a:cubicBezTo>
                      <a:pt x="15" y="555"/>
                      <a:pt x="10" y="599"/>
                      <a:pt x="17" y="643"/>
                    </a:cubicBezTo>
                    <a:cubicBezTo>
                      <a:pt x="18" y="651"/>
                      <a:pt x="20" y="659"/>
                      <a:pt x="26" y="666"/>
                    </a:cubicBezTo>
                    <a:cubicBezTo>
                      <a:pt x="27" y="667"/>
                      <a:pt x="29" y="668"/>
                      <a:pt x="30" y="669"/>
                    </a:cubicBezTo>
                    <a:cubicBezTo>
                      <a:pt x="22" y="677"/>
                      <a:pt x="17" y="687"/>
                      <a:pt x="15" y="699"/>
                    </a:cubicBezTo>
                    <a:cubicBezTo>
                      <a:pt x="12" y="713"/>
                      <a:pt x="14" y="727"/>
                      <a:pt x="16" y="738"/>
                    </a:cubicBezTo>
                    <a:cubicBezTo>
                      <a:pt x="18" y="749"/>
                      <a:pt x="21" y="763"/>
                      <a:pt x="28" y="775"/>
                    </a:cubicBezTo>
                    <a:close/>
                    <a:moveTo>
                      <a:pt x="465" y="371"/>
                    </a:moveTo>
                    <a:cubicBezTo>
                      <a:pt x="454" y="370"/>
                      <a:pt x="443" y="373"/>
                      <a:pt x="433" y="377"/>
                    </a:cubicBezTo>
                    <a:cubicBezTo>
                      <a:pt x="411" y="386"/>
                      <a:pt x="392" y="404"/>
                      <a:pt x="381" y="426"/>
                    </a:cubicBezTo>
                    <a:cubicBezTo>
                      <a:pt x="376" y="437"/>
                      <a:pt x="372" y="448"/>
                      <a:pt x="369" y="460"/>
                    </a:cubicBezTo>
                    <a:cubicBezTo>
                      <a:pt x="367" y="466"/>
                      <a:pt x="366" y="473"/>
                      <a:pt x="363" y="479"/>
                    </a:cubicBezTo>
                    <a:cubicBezTo>
                      <a:pt x="359" y="493"/>
                      <a:pt x="350" y="510"/>
                      <a:pt x="334" y="516"/>
                    </a:cubicBezTo>
                    <a:cubicBezTo>
                      <a:pt x="326" y="519"/>
                      <a:pt x="317" y="520"/>
                      <a:pt x="307" y="520"/>
                    </a:cubicBezTo>
                    <a:cubicBezTo>
                      <a:pt x="304" y="520"/>
                      <a:pt x="304" y="520"/>
                      <a:pt x="304" y="520"/>
                    </a:cubicBezTo>
                    <a:cubicBezTo>
                      <a:pt x="284" y="521"/>
                      <a:pt x="258" y="523"/>
                      <a:pt x="237" y="537"/>
                    </a:cubicBezTo>
                    <a:cubicBezTo>
                      <a:pt x="224" y="545"/>
                      <a:pt x="214" y="557"/>
                      <a:pt x="205" y="568"/>
                    </a:cubicBezTo>
                    <a:cubicBezTo>
                      <a:pt x="202" y="572"/>
                      <a:pt x="202" y="572"/>
                      <a:pt x="202" y="572"/>
                    </a:cubicBezTo>
                    <a:cubicBezTo>
                      <a:pt x="156" y="625"/>
                      <a:pt x="110" y="654"/>
                      <a:pt x="63" y="660"/>
                    </a:cubicBezTo>
                    <a:cubicBezTo>
                      <a:pt x="51" y="661"/>
                      <a:pt x="43" y="660"/>
                      <a:pt x="38" y="655"/>
                    </a:cubicBezTo>
                    <a:cubicBezTo>
                      <a:pt x="35" y="651"/>
                      <a:pt x="34" y="645"/>
                      <a:pt x="33" y="640"/>
                    </a:cubicBezTo>
                    <a:cubicBezTo>
                      <a:pt x="26" y="600"/>
                      <a:pt x="31" y="558"/>
                      <a:pt x="46" y="521"/>
                    </a:cubicBezTo>
                    <a:cubicBezTo>
                      <a:pt x="50" y="512"/>
                      <a:pt x="54" y="504"/>
                      <a:pt x="58" y="495"/>
                    </a:cubicBezTo>
                    <a:cubicBezTo>
                      <a:pt x="63" y="485"/>
                      <a:pt x="68" y="473"/>
                      <a:pt x="72" y="462"/>
                    </a:cubicBezTo>
                    <a:cubicBezTo>
                      <a:pt x="86" y="457"/>
                      <a:pt x="94" y="442"/>
                      <a:pt x="98" y="435"/>
                    </a:cubicBezTo>
                    <a:cubicBezTo>
                      <a:pt x="100" y="431"/>
                      <a:pt x="99" y="426"/>
                      <a:pt x="95" y="424"/>
                    </a:cubicBezTo>
                    <a:cubicBezTo>
                      <a:pt x="91" y="422"/>
                      <a:pt x="86" y="423"/>
                      <a:pt x="84" y="427"/>
                    </a:cubicBezTo>
                    <a:cubicBezTo>
                      <a:pt x="76" y="441"/>
                      <a:pt x="69" y="447"/>
                      <a:pt x="62" y="447"/>
                    </a:cubicBezTo>
                    <a:cubicBezTo>
                      <a:pt x="56" y="447"/>
                      <a:pt x="50" y="439"/>
                      <a:pt x="48" y="432"/>
                    </a:cubicBezTo>
                    <a:cubicBezTo>
                      <a:pt x="42" y="418"/>
                      <a:pt x="42" y="402"/>
                      <a:pt x="42" y="385"/>
                    </a:cubicBezTo>
                    <a:cubicBezTo>
                      <a:pt x="42" y="378"/>
                      <a:pt x="42" y="372"/>
                      <a:pt x="41" y="365"/>
                    </a:cubicBezTo>
                    <a:cubicBezTo>
                      <a:pt x="41" y="354"/>
                      <a:pt x="39" y="343"/>
                      <a:pt x="38" y="333"/>
                    </a:cubicBezTo>
                    <a:cubicBezTo>
                      <a:pt x="35" y="314"/>
                      <a:pt x="33" y="297"/>
                      <a:pt x="35" y="279"/>
                    </a:cubicBezTo>
                    <a:cubicBezTo>
                      <a:pt x="37" y="266"/>
                      <a:pt x="42" y="253"/>
                      <a:pt x="50" y="241"/>
                    </a:cubicBezTo>
                    <a:cubicBezTo>
                      <a:pt x="51" y="240"/>
                      <a:pt x="52" y="239"/>
                      <a:pt x="53" y="237"/>
                    </a:cubicBezTo>
                    <a:cubicBezTo>
                      <a:pt x="56" y="233"/>
                      <a:pt x="59" y="229"/>
                      <a:pt x="63" y="226"/>
                    </a:cubicBezTo>
                    <a:cubicBezTo>
                      <a:pt x="66" y="223"/>
                      <a:pt x="66" y="218"/>
                      <a:pt x="63" y="214"/>
                    </a:cubicBezTo>
                    <a:cubicBezTo>
                      <a:pt x="60" y="211"/>
                      <a:pt x="55" y="211"/>
                      <a:pt x="51" y="214"/>
                    </a:cubicBezTo>
                    <a:cubicBezTo>
                      <a:pt x="50" y="216"/>
                      <a:pt x="48" y="217"/>
                      <a:pt x="47" y="219"/>
                    </a:cubicBezTo>
                    <a:cubicBezTo>
                      <a:pt x="18" y="150"/>
                      <a:pt x="28" y="62"/>
                      <a:pt x="94" y="27"/>
                    </a:cubicBezTo>
                    <a:cubicBezTo>
                      <a:pt x="114" y="16"/>
                      <a:pt x="138" y="18"/>
                      <a:pt x="162" y="21"/>
                    </a:cubicBezTo>
                    <a:cubicBezTo>
                      <a:pt x="223" y="27"/>
                      <a:pt x="242" y="58"/>
                      <a:pt x="254" y="77"/>
                    </a:cubicBezTo>
                    <a:cubicBezTo>
                      <a:pt x="259" y="85"/>
                      <a:pt x="263" y="91"/>
                      <a:pt x="269" y="93"/>
                    </a:cubicBezTo>
                    <a:cubicBezTo>
                      <a:pt x="271" y="93"/>
                      <a:pt x="273" y="94"/>
                      <a:pt x="277" y="94"/>
                    </a:cubicBezTo>
                    <a:cubicBezTo>
                      <a:pt x="295" y="94"/>
                      <a:pt x="342" y="97"/>
                      <a:pt x="367" y="132"/>
                    </a:cubicBezTo>
                    <a:cubicBezTo>
                      <a:pt x="387" y="160"/>
                      <a:pt x="392" y="190"/>
                      <a:pt x="382" y="220"/>
                    </a:cubicBezTo>
                    <a:cubicBezTo>
                      <a:pt x="360" y="216"/>
                      <a:pt x="337" y="218"/>
                      <a:pt x="318" y="227"/>
                    </a:cubicBezTo>
                    <a:cubicBezTo>
                      <a:pt x="317" y="213"/>
                      <a:pt x="311" y="200"/>
                      <a:pt x="303" y="191"/>
                    </a:cubicBezTo>
                    <a:cubicBezTo>
                      <a:pt x="291" y="177"/>
                      <a:pt x="273" y="169"/>
                      <a:pt x="258" y="161"/>
                    </a:cubicBezTo>
                    <a:cubicBezTo>
                      <a:pt x="234" y="150"/>
                      <a:pt x="234" y="150"/>
                      <a:pt x="234" y="150"/>
                    </a:cubicBezTo>
                    <a:cubicBezTo>
                      <a:pt x="228" y="147"/>
                      <a:pt x="222" y="144"/>
                      <a:pt x="215" y="143"/>
                    </a:cubicBezTo>
                    <a:cubicBezTo>
                      <a:pt x="206" y="142"/>
                      <a:pt x="197" y="145"/>
                      <a:pt x="190" y="151"/>
                    </a:cubicBezTo>
                    <a:cubicBezTo>
                      <a:pt x="186" y="154"/>
                      <a:pt x="183" y="157"/>
                      <a:pt x="181" y="161"/>
                    </a:cubicBezTo>
                    <a:cubicBezTo>
                      <a:pt x="181" y="161"/>
                      <a:pt x="180" y="161"/>
                      <a:pt x="180" y="161"/>
                    </a:cubicBezTo>
                    <a:cubicBezTo>
                      <a:pt x="173" y="163"/>
                      <a:pt x="164" y="159"/>
                      <a:pt x="159" y="151"/>
                    </a:cubicBezTo>
                    <a:cubicBezTo>
                      <a:pt x="155" y="144"/>
                      <a:pt x="154" y="134"/>
                      <a:pt x="157" y="124"/>
                    </a:cubicBezTo>
                    <a:cubicBezTo>
                      <a:pt x="159" y="120"/>
                      <a:pt x="157" y="115"/>
                      <a:pt x="152" y="114"/>
                    </a:cubicBezTo>
                    <a:cubicBezTo>
                      <a:pt x="148" y="112"/>
                      <a:pt x="144" y="115"/>
                      <a:pt x="142" y="119"/>
                    </a:cubicBezTo>
                    <a:cubicBezTo>
                      <a:pt x="137" y="133"/>
                      <a:pt x="138" y="148"/>
                      <a:pt x="145" y="160"/>
                    </a:cubicBezTo>
                    <a:cubicBezTo>
                      <a:pt x="152" y="171"/>
                      <a:pt x="164" y="178"/>
                      <a:pt x="176" y="178"/>
                    </a:cubicBezTo>
                    <a:cubicBezTo>
                      <a:pt x="176" y="178"/>
                      <a:pt x="176" y="178"/>
                      <a:pt x="177" y="178"/>
                    </a:cubicBezTo>
                    <a:cubicBezTo>
                      <a:pt x="177" y="189"/>
                      <a:pt x="182" y="198"/>
                      <a:pt x="186" y="207"/>
                    </a:cubicBezTo>
                    <a:cubicBezTo>
                      <a:pt x="189" y="212"/>
                      <a:pt x="191" y="217"/>
                      <a:pt x="193" y="222"/>
                    </a:cubicBezTo>
                    <a:cubicBezTo>
                      <a:pt x="197" y="236"/>
                      <a:pt x="193" y="253"/>
                      <a:pt x="182" y="263"/>
                    </a:cubicBezTo>
                    <a:cubicBezTo>
                      <a:pt x="180" y="265"/>
                      <a:pt x="180" y="267"/>
                      <a:pt x="179" y="268"/>
                    </a:cubicBezTo>
                    <a:cubicBezTo>
                      <a:pt x="178" y="269"/>
                      <a:pt x="177" y="270"/>
                      <a:pt x="177" y="272"/>
                    </a:cubicBezTo>
                    <a:cubicBezTo>
                      <a:pt x="175" y="276"/>
                      <a:pt x="177" y="281"/>
                      <a:pt x="181" y="282"/>
                    </a:cubicBezTo>
                    <a:cubicBezTo>
                      <a:pt x="199" y="289"/>
                      <a:pt x="217" y="315"/>
                      <a:pt x="213" y="337"/>
                    </a:cubicBezTo>
                    <a:cubicBezTo>
                      <a:pt x="210" y="353"/>
                      <a:pt x="200" y="365"/>
                      <a:pt x="192" y="371"/>
                    </a:cubicBezTo>
                    <a:cubicBezTo>
                      <a:pt x="187" y="373"/>
                      <a:pt x="184" y="374"/>
                      <a:pt x="183" y="373"/>
                    </a:cubicBezTo>
                    <a:cubicBezTo>
                      <a:pt x="179" y="372"/>
                      <a:pt x="175" y="374"/>
                      <a:pt x="173" y="378"/>
                    </a:cubicBezTo>
                    <a:cubicBezTo>
                      <a:pt x="172" y="381"/>
                      <a:pt x="173" y="385"/>
                      <a:pt x="176" y="388"/>
                    </a:cubicBezTo>
                    <a:cubicBezTo>
                      <a:pt x="186" y="395"/>
                      <a:pt x="192" y="407"/>
                      <a:pt x="193" y="421"/>
                    </a:cubicBezTo>
                    <a:cubicBezTo>
                      <a:pt x="194" y="431"/>
                      <a:pt x="193" y="449"/>
                      <a:pt x="183" y="457"/>
                    </a:cubicBezTo>
                    <a:cubicBezTo>
                      <a:pt x="182" y="458"/>
                      <a:pt x="182" y="459"/>
                      <a:pt x="181" y="460"/>
                    </a:cubicBezTo>
                    <a:cubicBezTo>
                      <a:pt x="179" y="460"/>
                      <a:pt x="177" y="461"/>
                      <a:pt x="176" y="463"/>
                    </a:cubicBezTo>
                    <a:cubicBezTo>
                      <a:pt x="156" y="475"/>
                      <a:pt x="136" y="467"/>
                      <a:pt x="132" y="464"/>
                    </a:cubicBezTo>
                    <a:cubicBezTo>
                      <a:pt x="128" y="461"/>
                      <a:pt x="123" y="462"/>
                      <a:pt x="121" y="466"/>
                    </a:cubicBezTo>
                    <a:cubicBezTo>
                      <a:pt x="118" y="469"/>
                      <a:pt x="119" y="474"/>
                      <a:pt x="123" y="477"/>
                    </a:cubicBezTo>
                    <a:cubicBezTo>
                      <a:pt x="129" y="481"/>
                      <a:pt x="140" y="485"/>
                      <a:pt x="153" y="485"/>
                    </a:cubicBezTo>
                    <a:cubicBezTo>
                      <a:pt x="157" y="485"/>
                      <a:pt x="162" y="485"/>
                      <a:pt x="166" y="484"/>
                    </a:cubicBezTo>
                    <a:cubicBezTo>
                      <a:pt x="163" y="495"/>
                      <a:pt x="163" y="506"/>
                      <a:pt x="163" y="516"/>
                    </a:cubicBezTo>
                    <a:cubicBezTo>
                      <a:pt x="163" y="520"/>
                      <a:pt x="167" y="524"/>
                      <a:pt x="171" y="524"/>
                    </a:cubicBezTo>
                    <a:cubicBezTo>
                      <a:pt x="171" y="524"/>
                      <a:pt x="171" y="524"/>
                      <a:pt x="171" y="524"/>
                    </a:cubicBezTo>
                    <a:cubicBezTo>
                      <a:pt x="176" y="524"/>
                      <a:pt x="179" y="520"/>
                      <a:pt x="179" y="516"/>
                    </a:cubicBezTo>
                    <a:cubicBezTo>
                      <a:pt x="179" y="505"/>
                      <a:pt x="179" y="493"/>
                      <a:pt x="183" y="483"/>
                    </a:cubicBezTo>
                    <a:cubicBezTo>
                      <a:pt x="184" y="482"/>
                      <a:pt x="185" y="480"/>
                      <a:pt x="186" y="479"/>
                    </a:cubicBezTo>
                    <a:cubicBezTo>
                      <a:pt x="187" y="477"/>
                      <a:pt x="188" y="475"/>
                      <a:pt x="189" y="474"/>
                    </a:cubicBezTo>
                    <a:cubicBezTo>
                      <a:pt x="190" y="472"/>
                      <a:pt x="192" y="471"/>
                      <a:pt x="194" y="470"/>
                    </a:cubicBezTo>
                    <a:cubicBezTo>
                      <a:pt x="209" y="457"/>
                      <a:pt x="210" y="436"/>
                      <a:pt x="209" y="420"/>
                    </a:cubicBezTo>
                    <a:cubicBezTo>
                      <a:pt x="208" y="407"/>
                      <a:pt x="204" y="396"/>
                      <a:pt x="197" y="386"/>
                    </a:cubicBezTo>
                    <a:cubicBezTo>
                      <a:pt x="198" y="386"/>
                      <a:pt x="199" y="385"/>
                      <a:pt x="200" y="384"/>
                    </a:cubicBezTo>
                    <a:cubicBezTo>
                      <a:pt x="214" y="375"/>
                      <a:pt x="226" y="358"/>
                      <a:pt x="229" y="340"/>
                    </a:cubicBezTo>
                    <a:cubicBezTo>
                      <a:pt x="234" y="313"/>
                      <a:pt x="217" y="285"/>
                      <a:pt x="196" y="272"/>
                    </a:cubicBezTo>
                    <a:cubicBezTo>
                      <a:pt x="209" y="257"/>
                      <a:pt x="214" y="235"/>
                      <a:pt x="208" y="217"/>
                    </a:cubicBezTo>
                    <a:cubicBezTo>
                      <a:pt x="206" y="211"/>
                      <a:pt x="203" y="205"/>
                      <a:pt x="201" y="200"/>
                    </a:cubicBezTo>
                    <a:cubicBezTo>
                      <a:pt x="196" y="191"/>
                      <a:pt x="192" y="183"/>
                      <a:pt x="193" y="176"/>
                    </a:cubicBezTo>
                    <a:cubicBezTo>
                      <a:pt x="193" y="171"/>
                      <a:pt x="196" y="167"/>
                      <a:pt x="200" y="164"/>
                    </a:cubicBezTo>
                    <a:cubicBezTo>
                      <a:pt x="204" y="160"/>
                      <a:pt x="209" y="159"/>
                      <a:pt x="213" y="159"/>
                    </a:cubicBezTo>
                    <a:cubicBezTo>
                      <a:pt x="218" y="160"/>
                      <a:pt x="222" y="162"/>
                      <a:pt x="227" y="164"/>
                    </a:cubicBezTo>
                    <a:cubicBezTo>
                      <a:pt x="251" y="176"/>
                      <a:pt x="251" y="176"/>
                      <a:pt x="251" y="176"/>
                    </a:cubicBezTo>
                    <a:cubicBezTo>
                      <a:pt x="266" y="183"/>
                      <a:pt x="281" y="190"/>
                      <a:pt x="291" y="202"/>
                    </a:cubicBezTo>
                    <a:cubicBezTo>
                      <a:pt x="299" y="211"/>
                      <a:pt x="305" y="227"/>
                      <a:pt x="299" y="240"/>
                    </a:cubicBezTo>
                    <a:cubicBezTo>
                      <a:pt x="299" y="240"/>
                      <a:pt x="298" y="241"/>
                      <a:pt x="298" y="242"/>
                    </a:cubicBezTo>
                    <a:cubicBezTo>
                      <a:pt x="296" y="245"/>
                      <a:pt x="294" y="250"/>
                      <a:pt x="293" y="255"/>
                    </a:cubicBezTo>
                    <a:cubicBezTo>
                      <a:pt x="290" y="271"/>
                      <a:pt x="294" y="287"/>
                      <a:pt x="303" y="300"/>
                    </a:cubicBezTo>
                    <a:cubicBezTo>
                      <a:pt x="305" y="304"/>
                      <a:pt x="310" y="305"/>
                      <a:pt x="314" y="302"/>
                    </a:cubicBezTo>
                    <a:cubicBezTo>
                      <a:pt x="318" y="300"/>
                      <a:pt x="319" y="295"/>
                      <a:pt x="316" y="291"/>
                    </a:cubicBezTo>
                    <a:cubicBezTo>
                      <a:pt x="307" y="277"/>
                      <a:pt x="308" y="264"/>
                      <a:pt x="309" y="258"/>
                    </a:cubicBezTo>
                    <a:cubicBezTo>
                      <a:pt x="310" y="252"/>
                      <a:pt x="313" y="248"/>
                      <a:pt x="315" y="246"/>
                    </a:cubicBezTo>
                    <a:cubicBezTo>
                      <a:pt x="343" y="228"/>
                      <a:pt x="388" y="231"/>
                      <a:pt x="421" y="253"/>
                    </a:cubicBezTo>
                    <a:cubicBezTo>
                      <a:pt x="443" y="268"/>
                      <a:pt x="476" y="302"/>
                      <a:pt x="465" y="371"/>
                    </a:cubicBezTo>
                    <a:close/>
                    <a:moveTo>
                      <a:pt x="30" y="702"/>
                    </a:moveTo>
                    <a:cubicBezTo>
                      <a:pt x="32" y="692"/>
                      <a:pt x="38" y="683"/>
                      <a:pt x="45" y="678"/>
                    </a:cubicBezTo>
                    <a:cubicBezTo>
                      <a:pt x="46" y="677"/>
                      <a:pt x="47" y="677"/>
                      <a:pt x="47" y="676"/>
                    </a:cubicBezTo>
                    <a:cubicBezTo>
                      <a:pt x="50" y="676"/>
                      <a:pt x="53" y="677"/>
                      <a:pt x="56" y="677"/>
                    </a:cubicBezTo>
                    <a:cubicBezTo>
                      <a:pt x="59" y="677"/>
                      <a:pt x="62" y="676"/>
                      <a:pt x="65" y="676"/>
                    </a:cubicBezTo>
                    <a:cubicBezTo>
                      <a:pt x="116" y="670"/>
                      <a:pt x="165" y="639"/>
                      <a:pt x="214" y="582"/>
                    </a:cubicBezTo>
                    <a:cubicBezTo>
                      <a:pt x="217" y="578"/>
                      <a:pt x="217" y="578"/>
                      <a:pt x="217" y="578"/>
                    </a:cubicBezTo>
                    <a:cubicBezTo>
                      <a:pt x="226" y="568"/>
                      <a:pt x="235" y="558"/>
                      <a:pt x="245" y="551"/>
                    </a:cubicBezTo>
                    <a:cubicBezTo>
                      <a:pt x="263" y="539"/>
                      <a:pt x="286" y="537"/>
                      <a:pt x="304" y="536"/>
                    </a:cubicBezTo>
                    <a:cubicBezTo>
                      <a:pt x="308" y="536"/>
                      <a:pt x="308" y="536"/>
                      <a:pt x="308" y="536"/>
                    </a:cubicBezTo>
                    <a:cubicBezTo>
                      <a:pt x="318" y="536"/>
                      <a:pt x="330" y="535"/>
                      <a:pt x="340" y="531"/>
                    </a:cubicBezTo>
                    <a:cubicBezTo>
                      <a:pt x="357" y="524"/>
                      <a:pt x="370" y="508"/>
                      <a:pt x="379" y="485"/>
                    </a:cubicBezTo>
                    <a:cubicBezTo>
                      <a:pt x="381" y="478"/>
                      <a:pt x="383" y="471"/>
                      <a:pt x="385" y="464"/>
                    </a:cubicBezTo>
                    <a:cubicBezTo>
                      <a:pt x="388" y="453"/>
                      <a:pt x="391" y="443"/>
                      <a:pt x="395" y="433"/>
                    </a:cubicBezTo>
                    <a:cubicBezTo>
                      <a:pt x="404" y="415"/>
                      <a:pt x="421" y="400"/>
                      <a:pt x="440" y="392"/>
                    </a:cubicBezTo>
                    <a:cubicBezTo>
                      <a:pt x="453" y="386"/>
                      <a:pt x="472" y="384"/>
                      <a:pt x="485" y="394"/>
                    </a:cubicBezTo>
                    <a:cubicBezTo>
                      <a:pt x="495" y="402"/>
                      <a:pt x="500" y="416"/>
                      <a:pt x="500" y="438"/>
                    </a:cubicBezTo>
                    <a:cubicBezTo>
                      <a:pt x="500" y="447"/>
                      <a:pt x="499" y="459"/>
                      <a:pt x="494" y="469"/>
                    </a:cubicBezTo>
                    <a:cubicBezTo>
                      <a:pt x="490" y="476"/>
                      <a:pt x="482" y="483"/>
                      <a:pt x="473" y="483"/>
                    </a:cubicBezTo>
                    <a:cubicBezTo>
                      <a:pt x="468" y="482"/>
                      <a:pt x="464" y="486"/>
                      <a:pt x="464" y="490"/>
                    </a:cubicBezTo>
                    <a:cubicBezTo>
                      <a:pt x="464" y="495"/>
                      <a:pt x="467" y="498"/>
                      <a:pt x="472" y="499"/>
                    </a:cubicBezTo>
                    <a:cubicBezTo>
                      <a:pt x="482" y="499"/>
                      <a:pt x="493" y="495"/>
                      <a:pt x="501" y="486"/>
                    </a:cubicBezTo>
                    <a:cubicBezTo>
                      <a:pt x="519" y="533"/>
                      <a:pt x="505" y="601"/>
                      <a:pt x="466" y="640"/>
                    </a:cubicBezTo>
                    <a:cubicBezTo>
                      <a:pt x="465" y="641"/>
                      <a:pt x="464" y="642"/>
                      <a:pt x="463" y="643"/>
                    </a:cubicBezTo>
                    <a:cubicBezTo>
                      <a:pt x="453" y="653"/>
                      <a:pt x="441" y="665"/>
                      <a:pt x="441" y="682"/>
                    </a:cubicBezTo>
                    <a:cubicBezTo>
                      <a:pt x="441" y="686"/>
                      <a:pt x="445" y="690"/>
                      <a:pt x="449" y="690"/>
                    </a:cubicBezTo>
                    <a:cubicBezTo>
                      <a:pt x="449" y="690"/>
                      <a:pt x="449" y="690"/>
                      <a:pt x="450" y="690"/>
                    </a:cubicBezTo>
                    <a:cubicBezTo>
                      <a:pt x="454" y="689"/>
                      <a:pt x="458" y="686"/>
                      <a:pt x="457" y="681"/>
                    </a:cubicBezTo>
                    <a:cubicBezTo>
                      <a:pt x="457" y="672"/>
                      <a:pt x="466" y="663"/>
                      <a:pt x="474" y="654"/>
                    </a:cubicBezTo>
                    <a:cubicBezTo>
                      <a:pt x="475" y="653"/>
                      <a:pt x="476" y="653"/>
                      <a:pt x="477" y="652"/>
                    </a:cubicBezTo>
                    <a:cubicBezTo>
                      <a:pt x="481" y="686"/>
                      <a:pt x="477" y="721"/>
                      <a:pt x="464" y="753"/>
                    </a:cubicBezTo>
                    <a:cubicBezTo>
                      <a:pt x="455" y="776"/>
                      <a:pt x="443" y="791"/>
                      <a:pt x="429" y="797"/>
                    </a:cubicBezTo>
                    <a:cubicBezTo>
                      <a:pt x="425" y="799"/>
                      <a:pt x="423" y="804"/>
                      <a:pt x="425" y="808"/>
                    </a:cubicBezTo>
                    <a:cubicBezTo>
                      <a:pt x="426" y="811"/>
                      <a:pt x="429" y="813"/>
                      <a:pt x="432" y="813"/>
                    </a:cubicBezTo>
                    <a:cubicBezTo>
                      <a:pt x="433" y="813"/>
                      <a:pt x="434" y="813"/>
                      <a:pt x="435" y="812"/>
                    </a:cubicBezTo>
                    <a:cubicBezTo>
                      <a:pt x="442" y="809"/>
                      <a:pt x="448" y="805"/>
                      <a:pt x="453" y="800"/>
                    </a:cubicBezTo>
                    <a:cubicBezTo>
                      <a:pt x="455" y="834"/>
                      <a:pt x="449" y="868"/>
                      <a:pt x="436" y="899"/>
                    </a:cubicBezTo>
                    <a:cubicBezTo>
                      <a:pt x="432" y="909"/>
                      <a:pt x="426" y="921"/>
                      <a:pt x="416" y="929"/>
                    </a:cubicBezTo>
                    <a:cubicBezTo>
                      <a:pt x="408" y="935"/>
                      <a:pt x="396" y="939"/>
                      <a:pt x="387" y="935"/>
                    </a:cubicBezTo>
                    <a:cubicBezTo>
                      <a:pt x="384" y="933"/>
                      <a:pt x="381" y="934"/>
                      <a:pt x="378" y="935"/>
                    </a:cubicBezTo>
                    <a:cubicBezTo>
                      <a:pt x="376" y="937"/>
                      <a:pt x="375" y="940"/>
                      <a:pt x="375" y="943"/>
                    </a:cubicBezTo>
                    <a:cubicBezTo>
                      <a:pt x="378" y="963"/>
                      <a:pt x="373" y="984"/>
                      <a:pt x="361" y="1000"/>
                    </a:cubicBezTo>
                    <a:cubicBezTo>
                      <a:pt x="354" y="1010"/>
                      <a:pt x="344" y="1019"/>
                      <a:pt x="332" y="1024"/>
                    </a:cubicBezTo>
                    <a:cubicBezTo>
                      <a:pt x="335" y="1018"/>
                      <a:pt x="338" y="1011"/>
                      <a:pt x="341" y="1005"/>
                    </a:cubicBezTo>
                    <a:cubicBezTo>
                      <a:pt x="342" y="1000"/>
                      <a:pt x="340" y="996"/>
                      <a:pt x="336" y="994"/>
                    </a:cubicBezTo>
                    <a:cubicBezTo>
                      <a:pt x="332" y="993"/>
                      <a:pt x="327" y="995"/>
                      <a:pt x="326" y="999"/>
                    </a:cubicBezTo>
                    <a:cubicBezTo>
                      <a:pt x="321" y="1011"/>
                      <a:pt x="316" y="1021"/>
                      <a:pt x="309" y="1032"/>
                    </a:cubicBezTo>
                    <a:cubicBezTo>
                      <a:pt x="307" y="1033"/>
                      <a:pt x="306" y="1035"/>
                      <a:pt x="305" y="1037"/>
                    </a:cubicBezTo>
                    <a:cubicBezTo>
                      <a:pt x="295" y="1051"/>
                      <a:pt x="282" y="1064"/>
                      <a:pt x="266" y="1073"/>
                    </a:cubicBezTo>
                    <a:cubicBezTo>
                      <a:pt x="247" y="1086"/>
                      <a:pt x="225" y="1094"/>
                      <a:pt x="203" y="1102"/>
                    </a:cubicBezTo>
                    <a:cubicBezTo>
                      <a:pt x="172" y="1112"/>
                      <a:pt x="137" y="1123"/>
                      <a:pt x="107" y="1111"/>
                    </a:cubicBezTo>
                    <a:cubicBezTo>
                      <a:pt x="93" y="1105"/>
                      <a:pt x="80" y="1095"/>
                      <a:pt x="67" y="1080"/>
                    </a:cubicBezTo>
                    <a:cubicBezTo>
                      <a:pt x="58" y="1070"/>
                      <a:pt x="46" y="1054"/>
                      <a:pt x="45" y="1037"/>
                    </a:cubicBezTo>
                    <a:cubicBezTo>
                      <a:pt x="48" y="1040"/>
                      <a:pt x="52" y="1042"/>
                      <a:pt x="56" y="1044"/>
                    </a:cubicBezTo>
                    <a:cubicBezTo>
                      <a:pt x="58" y="1045"/>
                      <a:pt x="60" y="1046"/>
                      <a:pt x="62" y="1046"/>
                    </a:cubicBezTo>
                    <a:cubicBezTo>
                      <a:pt x="65" y="1046"/>
                      <a:pt x="68" y="1044"/>
                      <a:pt x="70" y="1042"/>
                    </a:cubicBezTo>
                    <a:cubicBezTo>
                      <a:pt x="73" y="1038"/>
                      <a:pt x="72" y="1033"/>
                      <a:pt x="69" y="1030"/>
                    </a:cubicBezTo>
                    <a:cubicBezTo>
                      <a:pt x="66" y="1029"/>
                      <a:pt x="64" y="1028"/>
                      <a:pt x="61" y="1029"/>
                    </a:cubicBezTo>
                    <a:cubicBezTo>
                      <a:pt x="54" y="1025"/>
                      <a:pt x="48" y="1017"/>
                      <a:pt x="45" y="1007"/>
                    </a:cubicBezTo>
                    <a:cubicBezTo>
                      <a:pt x="42" y="997"/>
                      <a:pt x="42" y="985"/>
                      <a:pt x="42" y="974"/>
                    </a:cubicBezTo>
                    <a:cubicBezTo>
                      <a:pt x="41" y="967"/>
                      <a:pt x="42" y="959"/>
                      <a:pt x="43" y="951"/>
                    </a:cubicBezTo>
                    <a:cubicBezTo>
                      <a:pt x="44" y="940"/>
                      <a:pt x="48" y="929"/>
                      <a:pt x="54" y="919"/>
                    </a:cubicBezTo>
                    <a:cubicBezTo>
                      <a:pt x="62" y="925"/>
                      <a:pt x="71" y="929"/>
                      <a:pt x="80" y="929"/>
                    </a:cubicBezTo>
                    <a:cubicBezTo>
                      <a:pt x="84" y="929"/>
                      <a:pt x="88" y="928"/>
                      <a:pt x="91" y="927"/>
                    </a:cubicBezTo>
                    <a:cubicBezTo>
                      <a:pt x="96" y="925"/>
                      <a:pt x="98" y="921"/>
                      <a:pt x="96" y="917"/>
                    </a:cubicBezTo>
                    <a:cubicBezTo>
                      <a:pt x="95" y="912"/>
                      <a:pt x="90" y="910"/>
                      <a:pt x="86" y="912"/>
                    </a:cubicBezTo>
                    <a:cubicBezTo>
                      <a:pt x="76" y="916"/>
                      <a:pt x="64" y="909"/>
                      <a:pt x="58" y="900"/>
                    </a:cubicBezTo>
                    <a:cubicBezTo>
                      <a:pt x="51" y="890"/>
                      <a:pt x="48" y="876"/>
                      <a:pt x="46" y="863"/>
                    </a:cubicBezTo>
                    <a:cubicBezTo>
                      <a:pt x="41" y="838"/>
                      <a:pt x="38" y="814"/>
                      <a:pt x="44" y="793"/>
                    </a:cubicBezTo>
                    <a:cubicBezTo>
                      <a:pt x="49" y="797"/>
                      <a:pt x="55" y="799"/>
                      <a:pt x="61" y="801"/>
                    </a:cubicBezTo>
                    <a:cubicBezTo>
                      <a:pt x="62" y="801"/>
                      <a:pt x="63" y="801"/>
                      <a:pt x="63" y="801"/>
                    </a:cubicBezTo>
                    <a:cubicBezTo>
                      <a:pt x="67" y="801"/>
                      <a:pt x="70" y="798"/>
                      <a:pt x="71" y="795"/>
                    </a:cubicBezTo>
                    <a:cubicBezTo>
                      <a:pt x="72" y="790"/>
                      <a:pt x="69" y="786"/>
                      <a:pt x="65" y="785"/>
                    </a:cubicBezTo>
                    <a:cubicBezTo>
                      <a:pt x="56" y="783"/>
                      <a:pt x="48" y="776"/>
                      <a:pt x="42" y="767"/>
                    </a:cubicBezTo>
                    <a:cubicBezTo>
                      <a:pt x="36" y="757"/>
                      <a:pt x="33" y="745"/>
                      <a:pt x="32" y="735"/>
                    </a:cubicBezTo>
                    <a:cubicBezTo>
                      <a:pt x="30" y="726"/>
                      <a:pt x="28" y="714"/>
                      <a:pt x="30" y="702"/>
                    </a:cubicBezTo>
                    <a:close/>
                  </a:path>
                </a:pathLst>
              </a:cu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grpSp>
          <p:nvGrpSpPr>
            <p:cNvPr id="9" name="组合 8" descr="8cdd981f-1f32-4e25-8930-7fb1814922c4"/>
            <p:cNvGrpSpPr/>
            <p:nvPr/>
          </p:nvGrpSpPr>
          <p:grpSpPr>
            <a:xfrm>
              <a:off x="744672" y="2448968"/>
              <a:ext cx="3337999" cy="1025526"/>
              <a:chOff x="744672" y="2448968"/>
              <a:chExt cx="3337999" cy="1025526"/>
            </a:xfrm>
          </p:grpSpPr>
          <p:sp>
            <p:nvSpPr>
              <p:cNvPr id="100" name="IconBackground1" descr="a182fab4-f879-4709-a91b-2355c6fd4916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3371471" y="2549675"/>
                <a:ext cx="711200" cy="647700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algn="l"/>
              </a:p>
            </p:txBody>
          </p:sp>
          <p:sp>
            <p:nvSpPr>
              <p:cNvPr id="101" name="Icon1" descr="fc82f0af-176c-4e76-9fdb-5ea4ec739998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3514464" y="2661254"/>
                <a:ext cx="425215" cy="424542"/>
              </a:xfrm>
              <a:custGeom>
                <a:avLst/>
                <a:gdLst>
                  <a:gd name="T0" fmla="*/ 253 w 507"/>
                  <a:gd name="T1" fmla="*/ 507 h 507"/>
                  <a:gd name="T2" fmla="*/ 0 w 507"/>
                  <a:gd name="T3" fmla="*/ 253 h 507"/>
                  <a:gd name="T4" fmla="*/ 253 w 507"/>
                  <a:gd name="T5" fmla="*/ 0 h 507"/>
                  <a:gd name="T6" fmla="*/ 507 w 507"/>
                  <a:gd name="T7" fmla="*/ 253 h 507"/>
                  <a:gd name="T8" fmla="*/ 253 w 507"/>
                  <a:gd name="T9" fmla="*/ 507 h 507"/>
                  <a:gd name="T10" fmla="*/ 253 w 507"/>
                  <a:gd name="T11" fmla="*/ 67 h 507"/>
                  <a:gd name="T12" fmla="*/ 67 w 507"/>
                  <a:gd name="T13" fmla="*/ 253 h 507"/>
                  <a:gd name="T14" fmla="*/ 253 w 507"/>
                  <a:gd name="T15" fmla="*/ 440 h 507"/>
                  <a:gd name="T16" fmla="*/ 440 w 507"/>
                  <a:gd name="T17" fmla="*/ 253 h 507"/>
                  <a:gd name="T18" fmla="*/ 253 w 507"/>
                  <a:gd name="T19" fmla="*/ 67 h 507"/>
                  <a:gd name="T20" fmla="*/ 370 w 507"/>
                  <a:gd name="T21" fmla="*/ 299 h 507"/>
                  <a:gd name="T22" fmla="*/ 344 w 507"/>
                  <a:gd name="T23" fmla="*/ 371 h 507"/>
                  <a:gd name="T24" fmla="*/ 264 w 507"/>
                  <a:gd name="T25" fmla="*/ 383 h 507"/>
                  <a:gd name="T26" fmla="*/ 175 w 507"/>
                  <a:gd name="T27" fmla="*/ 359 h 507"/>
                  <a:gd name="T28" fmla="*/ 160 w 507"/>
                  <a:gd name="T29" fmla="*/ 301 h 507"/>
                  <a:gd name="T30" fmla="*/ 137 w 507"/>
                  <a:gd name="T31" fmla="*/ 301 h 507"/>
                  <a:gd name="T32" fmla="*/ 142 w 507"/>
                  <a:gd name="T33" fmla="*/ 269 h 507"/>
                  <a:gd name="T34" fmla="*/ 158 w 507"/>
                  <a:gd name="T35" fmla="*/ 269 h 507"/>
                  <a:gd name="T36" fmla="*/ 157 w 507"/>
                  <a:gd name="T37" fmla="*/ 238 h 507"/>
                  <a:gd name="T38" fmla="*/ 137 w 507"/>
                  <a:gd name="T39" fmla="*/ 238 h 507"/>
                  <a:gd name="T40" fmla="*/ 142 w 507"/>
                  <a:gd name="T41" fmla="*/ 206 h 507"/>
                  <a:gd name="T42" fmla="*/ 158 w 507"/>
                  <a:gd name="T43" fmla="*/ 206 h 507"/>
                  <a:gd name="T44" fmla="*/ 181 w 507"/>
                  <a:gd name="T45" fmla="*/ 143 h 507"/>
                  <a:gd name="T46" fmla="*/ 276 w 507"/>
                  <a:gd name="T47" fmla="*/ 123 h 507"/>
                  <a:gd name="T48" fmla="*/ 349 w 507"/>
                  <a:gd name="T49" fmla="*/ 140 h 507"/>
                  <a:gd name="T50" fmla="*/ 367 w 507"/>
                  <a:gd name="T51" fmla="*/ 205 h 507"/>
                  <a:gd name="T52" fmla="*/ 367 w 507"/>
                  <a:gd name="T53" fmla="*/ 211 h 507"/>
                  <a:gd name="T54" fmla="*/ 319 w 507"/>
                  <a:gd name="T55" fmla="*/ 211 h 507"/>
                  <a:gd name="T56" fmla="*/ 319 w 507"/>
                  <a:gd name="T57" fmla="*/ 204 h 507"/>
                  <a:gd name="T58" fmla="*/ 306 w 507"/>
                  <a:gd name="T59" fmla="*/ 170 h 507"/>
                  <a:gd name="T60" fmla="*/ 266 w 507"/>
                  <a:gd name="T61" fmla="*/ 165 h 507"/>
                  <a:gd name="T62" fmla="*/ 216 w 507"/>
                  <a:gd name="T63" fmla="*/ 176 h 507"/>
                  <a:gd name="T64" fmla="*/ 208 w 507"/>
                  <a:gd name="T65" fmla="*/ 206 h 507"/>
                  <a:gd name="T66" fmla="*/ 296 w 507"/>
                  <a:gd name="T67" fmla="*/ 206 h 507"/>
                  <a:gd name="T68" fmla="*/ 291 w 507"/>
                  <a:gd name="T69" fmla="*/ 238 h 507"/>
                  <a:gd name="T70" fmla="*/ 206 w 507"/>
                  <a:gd name="T71" fmla="*/ 238 h 507"/>
                  <a:gd name="T72" fmla="*/ 206 w 507"/>
                  <a:gd name="T73" fmla="*/ 242 h 507"/>
                  <a:gd name="T74" fmla="*/ 207 w 507"/>
                  <a:gd name="T75" fmla="*/ 269 h 507"/>
                  <a:gd name="T76" fmla="*/ 287 w 507"/>
                  <a:gd name="T77" fmla="*/ 269 h 507"/>
                  <a:gd name="T78" fmla="*/ 282 w 507"/>
                  <a:gd name="T79" fmla="*/ 301 h 507"/>
                  <a:gd name="T80" fmla="*/ 208 w 507"/>
                  <a:gd name="T81" fmla="*/ 301 h 507"/>
                  <a:gd name="T82" fmla="*/ 215 w 507"/>
                  <a:gd name="T83" fmla="*/ 328 h 507"/>
                  <a:gd name="T84" fmla="*/ 264 w 507"/>
                  <a:gd name="T85" fmla="*/ 342 h 507"/>
                  <a:gd name="T86" fmla="*/ 311 w 507"/>
                  <a:gd name="T87" fmla="*/ 334 h 507"/>
                  <a:gd name="T88" fmla="*/ 321 w 507"/>
                  <a:gd name="T89" fmla="*/ 301 h 507"/>
                  <a:gd name="T90" fmla="*/ 321 w 507"/>
                  <a:gd name="T91" fmla="*/ 290 h 507"/>
                  <a:gd name="T92" fmla="*/ 370 w 507"/>
                  <a:gd name="T93" fmla="*/ 290 h 507"/>
                  <a:gd name="T94" fmla="*/ 370 w 507"/>
                  <a:gd name="T95" fmla="*/ 299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07" h="507">
                    <a:moveTo>
                      <a:pt x="253" y="507"/>
                    </a:moveTo>
                    <a:cubicBezTo>
                      <a:pt x="114" y="507"/>
                      <a:pt x="0" y="393"/>
                      <a:pt x="0" y="253"/>
                    </a:cubicBezTo>
                    <a:cubicBezTo>
                      <a:pt x="0" y="114"/>
                      <a:pt x="114" y="0"/>
                      <a:pt x="253" y="0"/>
                    </a:cubicBezTo>
                    <a:cubicBezTo>
                      <a:pt x="393" y="0"/>
                      <a:pt x="507" y="114"/>
                      <a:pt x="507" y="253"/>
                    </a:cubicBezTo>
                    <a:cubicBezTo>
                      <a:pt x="507" y="393"/>
                      <a:pt x="393" y="507"/>
                      <a:pt x="253" y="507"/>
                    </a:cubicBezTo>
                    <a:close/>
                    <a:moveTo>
                      <a:pt x="253" y="67"/>
                    </a:moveTo>
                    <a:cubicBezTo>
                      <a:pt x="150" y="67"/>
                      <a:pt x="67" y="150"/>
                      <a:pt x="67" y="253"/>
                    </a:cubicBezTo>
                    <a:cubicBezTo>
                      <a:pt x="67" y="356"/>
                      <a:pt x="150" y="440"/>
                      <a:pt x="253" y="440"/>
                    </a:cubicBezTo>
                    <a:cubicBezTo>
                      <a:pt x="356" y="440"/>
                      <a:pt x="440" y="356"/>
                      <a:pt x="440" y="253"/>
                    </a:cubicBezTo>
                    <a:cubicBezTo>
                      <a:pt x="440" y="150"/>
                      <a:pt x="356" y="67"/>
                      <a:pt x="253" y="67"/>
                    </a:cubicBezTo>
                    <a:close/>
                    <a:moveTo>
                      <a:pt x="370" y="299"/>
                    </a:moveTo>
                    <a:cubicBezTo>
                      <a:pt x="370" y="336"/>
                      <a:pt x="361" y="360"/>
                      <a:pt x="344" y="371"/>
                    </a:cubicBezTo>
                    <a:cubicBezTo>
                      <a:pt x="332" y="379"/>
                      <a:pt x="305" y="383"/>
                      <a:pt x="264" y="383"/>
                    </a:cubicBezTo>
                    <a:cubicBezTo>
                      <a:pt x="216" y="383"/>
                      <a:pt x="186" y="375"/>
                      <a:pt x="175" y="359"/>
                    </a:cubicBezTo>
                    <a:cubicBezTo>
                      <a:pt x="168" y="349"/>
                      <a:pt x="163" y="330"/>
                      <a:pt x="160" y="301"/>
                    </a:cubicBezTo>
                    <a:lnTo>
                      <a:pt x="137" y="301"/>
                    </a:lnTo>
                    <a:lnTo>
                      <a:pt x="142" y="269"/>
                    </a:lnTo>
                    <a:lnTo>
                      <a:pt x="158" y="269"/>
                    </a:lnTo>
                    <a:cubicBezTo>
                      <a:pt x="158" y="260"/>
                      <a:pt x="157" y="249"/>
                      <a:pt x="157" y="238"/>
                    </a:cubicBezTo>
                    <a:lnTo>
                      <a:pt x="137" y="238"/>
                    </a:lnTo>
                    <a:lnTo>
                      <a:pt x="142" y="206"/>
                    </a:lnTo>
                    <a:lnTo>
                      <a:pt x="158" y="206"/>
                    </a:lnTo>
                    <a:cubicBezTo>
                      <a:pt x="160" y="175"/>
                      <a:pt x="168" y="154"/>
                      <a:pt x="181" y="143"/>
                    </a:cubicBezTo>
                    <a:cubicBezTo>
                      <a:pt x="196" y="130"/>
                      <a:pt x="228" y="123"/>
                      <a:pt x="276" y="123"/>
                    </a:cubicBezTo>
                    <a:cubicBezTo>
                      <a:pt x="312" y="123"/>
                      <a:pt x="337" y="129"/>
                      <a:pt x="349" y="140"/>
                    </a:cubicBezTo>
                    <a:cubicBezTo>
                      <a:pt x="360" y="150"/>
                      <a:pt x="366" y="171"/>
                      <a:pt x="367" y="205"/>
                    </a:cubicBezTo>
                    <a:lnTo>
                      <a:pt x="367" y="211"/>
                    </a:lnTo>
                    <a:lnTo>
                      <a:pt x="319" y="211"/>
                    </a:lnTo>
                    <a:lnTo>
                      <a:pt x="319" y="204"/>
                    </a:lnTo>
                    <a:cubicBezTo>
                      <a:pt x="319" y="186"/>
                      <a:pt x="314" y="175"/>
                      <a:pt x="306" y="170"/>
                    </a:cubicBezTo>
                    <a:cubicBezTo>
                      <a:pt x="300" y="167"/>
                      <a:pt x="287" y="165"/>
                      <a:pt x="266" y="165"/>
                    </a:cubicBezTo>
                    <a:cubicBezTo>
                      <a:pt x="239" y="165"/>
                      <a:pt x="222" y="169"/>
                      <a:pt x="216" y="176"/>
                    </a:cubicBezTo>
                    <a:cubicBezTo>
                      <a:pt x="212" y="181"/>
                      <a:pt x="209" y="191"/>
                      <a:pt x="208" y="206"/>
                    </a:cubicBezTo>
                    <a:lnTo>
                      <a:pt x="296" y="206"/>
                    </a:lnTo>
                    <a:lnTo>
                      <a:pt x="291" y="238"/>
                    </a:lnTo>
                    <a:lnTo>
                      <a:pt x="206" y="238"/>
                    </a:lnTo>
                    <a:lnTo>
                      <a:pt x="206" y="242"/>
                    </a:lnTo>
                    <a:cubicBezTo>
                      <a:pt x="206" y="251"/>
                      <a:pt x="207" y="260"/>
                      <a:pt x="207" y="269"/>
                    </a:cubicBezTo>
                    <a:lnTo>
                      <a:pt x="287" y="269"/>
                    </a:lnTo>
                    <a:lnTo>
                      <a:pt x="282" y="301"/>
                    </a:lnTo>
                    <a:lnTo>
                      <a:pt x="208" y="301"/>
                    </a:lnTo>
                    <a:cubicBezTo>
                      <a:pt x="210" y="315"/>
                      <a:pt x="212" y="324"/>
                      <a:pt x="215" y="328"/>
                    </a:cubicBezTo>
                    <a:cubicBezTo>
                      <a:pt x="220" y="337"/>
                      <a:pt x="236" y="342"/>
                      <a:pt x="264" y="342"/>
                    </a:cubicBezTo>
                    <a:cubicBezTo>
                      <a:pt x="288" y="342"/>
                      <a:pt x="303" y="339"/>
                      <a:pt x="311" y="334"/>
                    </a:cubicBezTo>
                    <a:cubicBezTo>
                      <a:pt x="318" y="329"/>
                      <a:pt x="322" y="318"/>
                      <a:pt x="321" y="301"/>
                    </a:cubicBezTo>
                    <a:lnTo>
                      <a:pt x="321" y="290"/>
                    </a:lnTo>
                    <a:lnTo>
                      <a:pt x="370" y="290"/>
                    </a:lnTo>
                    <a:lnTo>
                      <a:pt x="370" y="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l"/>
              </a:p>
            </p:txBody>
          </p:sp>
          <p:sp>
            <p:nvSpPr>
              <p:cNvPr id="98" name="Bullet1" descr="527d008a-bc15-46ff-bbe3-35fee83bb102"/>
              <p:cNvSpPr/>
              <p:nvPr>
                <p:custDataLst>
                  <p:tags r:id="rId48"/>
                </p:custDataLst>
              </p:nvPr>
            </p:nvSpPr>
            <p:spPr>
              <a:xfrm>
                <a:off x="768768" y="2448968"/>
                <a:ext cx="2553764" cy="37782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 lnSpcReduction="20000"/>
              </a:bodyPr>
              <a:lstStyle/>
              <a:p>
                <a:pPr algn="r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搜索引擎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99" name="Text1" descr="d6a1df06-39ab-4e1e-94da-6f841f1b6ca3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44672" y="2826794"/>
                <a:ext cx="2577859" cy="647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latin typeface="思源黑体 CN Normal" panose="020B0400000000000000" charset="-122"/>
                  </a:rPr>
                  <a:t>KMP算法帮助搜索引擎快速定位用户查询的关键词，提升搜索效率。</a:t>
                </a:r>
                <a:endParaRPr lang="en-US" sz="1200" b="0" i="0" u="none">
                  <a:solidFill>
                    <a:srgbClr val="2F2F2F"/>
                  </a:solidFill>
                  <a:latin typeface="思源黑体 CN Normal" panose="020B0400000000000000" charset="-122"/>
                </a:endParaRPr>
              </a:p>
            </p:txBody>
          </p:sp>
        </p:grpSp>
        <p:grpSp>
          <p:nvGrpSpPr>
            <p:cNvPr id="10" name="组合 9" descr="c1d36dc1-8eb4-4ef3-8496-b2cd5a151bd5"/>
            <p:cNvGrpSpPr/>
            <p:nvPr/>
          </p:nvGrpSpPr>
          <p:grpSpPr>
            <a:xfrm>
              <a:off x="8053452" y="2448968"/>
              <a:ext cx="3460579" cy="1025526"/>
              <a:chOff x="8053452" y="2448968"/>
              <a:chExt cx="3460579" cy="1025526"/>
            </a:xfrm>
          </p:grpSpPr>
          <p:sp>
            <p:nvSpPr>
              <p:cNvPr id="110" name="IconBackground2" descr="5fe8d1b6-c073-4ef9-a6f2-2e2586419231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8053452" y="2549675"/>
                <a:ext cx="711200" cy="647700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txBody>
              <a:bodyPr wrap="none" anchor="ctr"/>
              <a:lstStyle/>
              <a:p>
                <a:pPr algn="l"/>
              </a:p>
            </p:txBody>
          </p:sp>
          <p:sp>
            <p:nvSpPr>
              <p:cNvPr id="111" name="Icon2" descr="d3037bf6-d98c-4229-a5cf-62f89d8a3958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8196445" y="2661254"/>
                <a:ext cx="425215" cy="424542"/>
              </a:xfrm>
              <a:custGeom>
                <a:avLst/>
                <a:gdLst>
                  <a:gd name="T0" fmla="*/ 253 w 507"/>
                  <a:gd name="T1" fmla="*/ 507 h 507"/>
                  <a:gd name="T2" fmla="*/ 0 w 507"/>
                  <a:gd name="T3" fmla="*/ 253 h 507"/>
                  <a:gd name="T4" fmla="*/ 253 w 507"/>
                  <a:gd name="T5" fmla="*/ 0 h 507"/>
                  <a:gd name="T6" fmla="*/ 507 w 507"/>
                  <a:gd name="T7" fmla="*/ 253 h 507"/>
                  <a:gd name="T8" fmla="*/ 253 w 507"/>
                  <a:gd name="T9" fmla="*/ 507 h 507"/>
                  <a:gd name="T10" fmla="*/ 253 w 507"/>
                  <a:gd name="T11" fmla="*/ 67 h 507"/>
                  <a:gd name="T12" fmla="*/ 67 w 507"/>
                  <a:gd name="T13" fmla="*/ 253 h 507"/>
                  <a:gd name="T14" fmla="*/ 253 w 507"/>
                  <a:gd name="T15" fmla="*/ 440 h 507"/>
                  <a:gd name="T16" fmla="*/ 440 w 507"/>
                  <a:gd name="T17" fmla="*/ 253 h 507"/>
                  <a:gd name="T18" fmla="*/ 253 w 507"/>
                  <a:gd name="T19" fmla="*/ 67 h 507"/>
                  <a:gd name="T20" fmla="*/ 370 w 507"/>
                  <a:gd name="T21" fmla="*/ 299 h 507"/>
                  <a:gd name="T22" fmla="*/ 344 w 507"/>
                  <a:gd name="T23" fmla="*/ 371 h 507"/>
                  <a:gd name="T24" fmla="*/ 264 w 507"/>
                  <a:gd name="T25" fmla="*/ 383 h 507"/>
                  <a:gd name="T26" fmla="*/ 175 w 507"/>
                  <a:gd name="T27" fmla="*/ 359 h 507"/>
                  <a:gd name="T28" fmla="*/ 160 w 507"/>
                  <a:gd name="T29" fmla="*/ 301 h 507"/>
                  <a:gd name="T30" fmla="*/ 137 w 507"/>
                  <a:gd name="T31" fmla="*/ 301 h 507"/>
                  <a:gd name="T32" fmla="*/ 142 w 507"/>
                  <a:gd name="T33" fmla="*/ 269 h 507"/>
                  <a:gd name="T34" fmla="*/ 158 w 507"/>
                  <a:gd name="T35" fmla="*/ 269 h 507"/>
                  <a:gd name="T36" fmla="*/ 157 w 507"/>
                  <a:gd name="T37" fmla="*/ 238 h 507"/>
                  <a:gd name="T38" fmla="*/ 137 w 507"/>
                  <a:gd name="T39" fmla="*/ 238 h 507"/>
                  <a:gd name="T40" fmla="*/ 142 w 507"/>
                  <a:gd name="T41" fmla="*/ 206 h 507"/>
                  <a:gd name="T42" fmla="*/ 158 w 507"/>
                  <a:gd name="T43" fmla="*/ 206 h 507"/>
                  <a:gd name="T44" fmla="*/ 181 w 507"/>
                  <a:gd name="T45" fmla="*/ 143 h 507"/>
                  <a:gd name="T46" fmla="*/ 276 w 507"/>
                  <a:gd name="T47" fmla="*/ 123 h 507"/>
                  <a:gd name="T48" fmla="*/ 349 w 507"/>
                  <a:gd name="T49" fmla="*/ 140 h 507"/>
                  <a:gd name="T50" fmla="*/ 367 w 507"/>
                  <a:gd name="T51" fmla="*/ 205 h 507"/>
                  <a:gd name="T52" fmla="*/ 367 w 507"/>
                  <a:gd name="T53" fmla="*/ 211 h 507"/>
                  <a:gd name="T54" fmla="*/ 319 w 507"/>
                  <a:gd name="T55" fmla="*/ 211 h 507"/>
                  <a:gd name="T56" fmla="*/ 319 w 507"/>
                  <a:gd name="T57" fmla="*/ 204 h 507"/>
                  <a:gd name="T58" fmla="*/ 306 w 507"/>
                  <a:gd name="T59" fmla="*/ 170 h 507"/>
                  <a:gd name="T60" fmla="*/ 266 w 507"/>
                  <a:gd name="T61" fmla="*/ 165 h 507"/>
                  <a:gd name="T62" fmla="*/ 216 w 507"/>
                  <a:gd name="T63" fmla="*/ 176 h 507"/>
                  <a:gd name="T64" fmla="*/ 208 w 507"/>
                  <a:gd name="T65" fmla="*/ 206 h 507"/>
                  <a:gd name="T66" fmla="*/ 296 w 507"/>
                  <a:gd name="T67" fmla="*/ 206 h 507"/>
                  <a:gd name="T68" fmla="*/ 291 w 507"/>
                  <a:gd name="T69" fmla="*/ 238 h 507"/>
                  <a:gd name="T70" fmla="*/ 206 w 507"/>
                  <a:gd name="T71" fmla="*/ 238 h 507"/>
                  <a:gd name="T72" fmla="*/ 206 w 507"/>
                  <a:gd name="T73" fmla="*/ 242 h 507"/>
                  <a:gd name="T74" fmla="*/ 207 w 507"/>
                  <a:gd name="T75" fmla="*/ 269 h 507"/>
                  <a:gd name="T76" fmla="*/ 287 w 507"/>
                  <a:gd name="T77" fmla="*/ 269 h 507"/>
                  <a:gd name="T78" fmla="*/ 282 w 507"/>
                  <a:gd name="T79" fmla="*/ 301 h 507"/>
                  <a:gd name="T80" fmla="*/ 208 w 507"/>
                  <a:gd name="T81" fmla="*/ 301 h 507"/>
                  <a:gd name="T82" fmla="*/ 215 w 507"/>
                  <a:gd name="T83" fmla="*/ 328 h 507"/>
                  <a:gd name="T84" fmla="*/ 264 w 507"/>
                  <a:gd name="T85" fmla="*/ 342 h 507"/>
                  <a:gd name="T86" fmla="*/ 311 w 507"/>
                  <a:gd name="T87" fmla="*/ 334 h 507"/>
                  <a:gd name="T88" fmla="*/ 321 w 507"/>
                  <a:gd name="T89" fmla="*/ 301 h 507"/>
                  <a:gd name="T90" fmla="*/ 321 w 507"/>
                  <a:gd name="T91" fmla="*/ 290 h 507"/>
                  <a:gd name="T92" fmla="*/ 370 w 507"/>
                  <a:gd name="T93" fmla="*/ 290 h 507"/>
                  <a:gd name="T94" fmla="*/ 370 w 507"/>
                  <a:gd name="T95" fmla="*/ 299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07" h="507">
                    <a:moveTo>
                      <a:pt x="253" y="507"/>
                    </a:moveTo>
                    <a:cubicBezTo>
                      <a:pt x="114" y="507"/>
                      <a:pt x="0" y="393"/>
                      <a:pt x="0" y="253"/>
                    </a:cubicBezTo>
                    <a:cubicBezTo>
                      <a:pt x="0" y="114"/>
                      <a:pt x="114" y="0"/>
                      <a:pt x="253" y="0"/>
                    </a:cubicBezTo>
                    <a:cubicBezTo>
                      <a:pt x="393" y="0"/>
                      <a:pt x="507" y="114"/>
                      <a:pt x="507" y="253"/>
                    </a:cubicBezTo>
                    <a:cubicBezTo>
                      <a:pt x="507" y="393"/>
                      <a:pt x="393" y="507"/>
                      <a:pt x="253" y="507"/>
                    </a:cubicBezTo>
                    <a:close/>
                    <a:moveTo>
                      <a:pt x="253" y="67"/>
                    </a:moveTo>
                    <a:cubicBezTo>
                      <a:pt x="150" y="67"/>
                      <a:pt x="67" y="150"/>
                      <a:pt x="67" y="253"/>
                    </a:cubicBezTo>
                    <a:cubicBezTo>
                      <a:pt x="67" y="356"/>
                      <a:pt x="150" y="440"/>
                      <a:pt x="253" y="440"/>
                    </a:cubicBezTo>
                    <a:cubicBezTo>
                      <a:pt x="356" y="440"/>
                      <a:pt x="440" y="356"/>
                      <a:pt x="440" y="253"/>
                    </a:cubicBezTo>
                    <a:cubicBezTo>
                      <a:pt x="440" y="150"/>
                      <a:pt x="356" y="67"/>
                      <a:pt x="253" y="67"/>
                    </a:cubicBezTo>
                    <a:close/>
                    <a:moveTo>
                      <a:pt x="370" y="299"/>
                    </a:moveTo>
                    <a:cubicBezTo>
                      <a:pt x="370" y="336"/>
                      <a:pt x="361" y="360"/>
                      <a:pt x="344" y="371"/>
                    </a:cubicBezTo>
                    <a:cubicBezTo>
                      <a:pt x="332" y="379"/>
                      <a:pt x="305" y="383"/>
                      <a:pt x="264" y="383"/>
                    </a:cubicBezTo>
                    <a:cubicBezTo>
                      <a:pt x="216" y="383"/>
                      <a:pt x="186" y="375"/>
                      <a:pt x="175" y="359"/>
                    </a:cubicBezTo>
                    <a:cubicBezTo>
                      <a:pt x="168" y="349"/>
                      <a:pt x="163" y="330"/>
                      <a:pt x="160" y="301"/>
                    </a:cubicBezTo>
                    <a:lnTo>
                      <a:pt x="137" y="301"/>
                    </a:lnTo>
                    <a:lnTo>
                      <a:pt x="142" y="269"/>
                    </a:lnTo>
                    <a:lnTo>
                      <a:pt x="158" y="269"/>
                    </a:lnTo>
                    <a:cubicBezTo>
                      <a:pt x="158" y="260"/>
                      <a:pt x="157" y="249"/>
                      <a:pt x="157" y="238"/>
                    </a:cubicBezTo>
                    <a:lnTo>
                      <a:pt x="137" y="238"/>
                    </a:lnTo>
                    <a:lnTo>
                      <a:pt x="142" y="206"/>
                    </a:lnTo>
                    <a:lnTo>
                      <a:pt x="158" y="206"/>
                    </a:lnTo>
                    <a:cubicBezTo>
                      <a:pt x="160" y="175"/>
                      <a:pt x="168" y="154"/>
                      <a:pt x="181" y="143"/>
                    </a:cubicBezTo>
                    <a:cubicBezTo>
                      <a:pt x="196" y="130"/>
                      <a:pt x="228" y="123"/>
                      <a:pt x="276" y="123"/>
                    </a:cubicBezTo>
                    <a:cubicBezTo>
                      <a:pt x="312" y="123"/>
                      <a:pt x="337" y="129"/>
                      <a:pt x="349" y="140"/>
                    </a:cubicBezTo>
                    <a:cubicBezTo>
                      <a:pt x="360" y="150"/>
                      <a:pt x="366" y="171"/>
                      <a:pt x="367" y="205"/>
                    </a:cubicBezTo>
                    <a:lnTo>
                      <a:pt x="367" y="211"/>
                    </a:lnTo>
                    <a:lnTo>
                      <a:pt x="319" y="211"/>
                    </a:lnTo>
                    <a:lnTo>
                      <a:pt x="319" y="204"/>
                    </a:lnTo>
                    <a:cubicBezTo>
                      <a:pt x="319" y="186"/>
                      <a:pt x="314" y="175"/>
                      <a:pt x="306" y="170"/>
                    </a:cubicBezTo>
                    <a:cubicBezTo>
                      <a:pt x="300" y="167"/>
                      <a:pt x="287" y="165"/>
                      <a:pt x="266" y="165"/>
                    </a:cubicBezTo>
                    <a:cubicBezTo>
                      <a:pt x="239" y="165"/>
                      <a:pt x="222" y="169"/>
                      <a:pt x="216" y="176"/>
                    </a:cubicBezTo>
                    <a:cubicBezTo>
                      <a:pt x="212" y="181"/>
                      <a:pt x="209" y="191"/>
                      <a:pt x="208" y="206"/>
                    </a:cubicBezTo>
                    <a:lnTo>
                      <a:pt x="296" y="206"/>
                    </a:lnTo>
                    <a:lnTo>
                      <a:pt x="291" y="238"/>
                    </a:lnTo>
                    <a:lnTo>
                      <a:pt x="206" y="238"/>
                    </a:lnTo>
                    <a:lnTo>
                      <a:pt x="206" y="242"/>
                    </a:lnTo>
                    <a:cubicBezTo>
                      <a:pt x="206" y="251"/>
                      <a:pt x="207" y="260"/>
                      <a:pt x="207" y="269"/>
                    </a:cubicBezTo>
                    <a:lnTo>
                      <a:pt x="287" y="269"/>
                    </a:lnTo>
                    <a:lnTo>
                      <a:pt x="282" y="301"/>
                    </a:lnTo>
                    <a:lnTo>
                      <a:pt x="208" y="301"/>
                    </a:lnTo>
                    <a:cubicBezTo>
                      <a:pt x="210" y="315"/>
                      <a:pt x="212" y="324"/>
                      <a:pt x="215" y="328"/>
                    </a:cubicBezTo>
                    <a:cubicBezTo>
                      <a:pt x="220" y="337"/>
                      <a:pt x="236" y="342"/>
                      <a:pt x="264" y="342"/>
                    </a:cubicBezTo>
                    <a:cubicBezTo>
                      <a:pt x="288" y="342"/>
                      <a:pt x="303" y="339"/>
                      <a:pt x="311" y="334"/>
                    </a:cubicBezTo>
                    <a:cubicBezTo>
                      <a:pt x="318" y="329"/>
                      <a:pt x="322" y="318"/>
                      <a:pt x="321" y="301"/>
                    </a:cubicBezTo>
                    <a:lnTo>
                      <a:pt x="321" y="290"/>
                    </a:lnTo>
                    <a:lnTo>
                      <a:pt x="370" y="290"/>
                    </a:lnTo>
                    <a:lnTo>
                      <a:pt x="370" y="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l"/>
              </a:p>
            </p:txBody>
          </p:sp>
          <p:sp>
            <p:nvSpPr>
              <p:cNvPr id="108" name="Bullet2" descr="4b9a0734-3474-4c83-aa85-7fbdc71601ab"/>
              <p:cNvSpPr/>
              <p:nvPr>
                <p:custDataLst>
                  <p:tags r:id="rId52"/>
                </p:custDataLst>
              </p:nvPr>
            </p:nvSpPr>
            <p:spPr>
              <a:xfrm>
                <a:off x="8936172" y="2448968"/>
                <a:ext cx="2577859" cy="37782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 lnSpcReduction="20000"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病毒扫描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09" name="Text2" descr="082ffcb9-c23f-4c4f-b917-d268c9bf5a2b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8936172" y="2826794"/>
                <a:ext cx="2577859" cy="647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在病毒扫描软件中，KMP算法用于快速识别病毒特征码，保障系统安全。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</p:grpSp>
        <p:grpSp>
          <p:nvGrpSpPr>
            <p:cNvPr id="11" name="组合 10" descr="850ba7df-213c-4a43-8b31-8e868e943872"/>
            <p:cNvGrpSpPr/>
            <p:nvPr/>
          </p:nvGrpSpPr>
          <p:grpSpPr>
            <a:xfrm>
              <a:off x="744672" y="3799149"/>
              <a:ext cx="3337999" cy="1025526"/>
              <a:chOff x="744672" y="3799149"/>
              <a:chExt cx="3337999" cy="1025526"/>
            </a:xfrm>
          </p:grpSpPr>
          <p:sp>
            <p:nvSpPr>
              <p:cNvPr id="94" name="IconBackground3" descr="3471ec52-968f-4683-9c87-d43bf19c4fa1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371471" y="3899856"/>
                <a:ext cx="711200" cy="647700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algn="l"/>
              </a:p>
            </p:txBody>
          </p:sp>
          <p:sp>
            <p:nvSpPr>
              <p:cNvPr id="95" name="Icon3" descr="b16902c6-ede7-4ef9-8cc0-7157b5109d0e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514464" y="4011435"/>
                <a:ext cx="425215" cy="424542"/>
              </a:xfrm>
              <a:custGeom>
                <a:avLst/>
                <a:gdLst>
                  <a:gd name="T0" fmla="*/ 253 w 507"/>
                  <a:gd name="T1" fmla="*/ 507 h 507"/>
                  <a:gd name="T2" fmla="*/ 0 w 507"/>
                  <a:gd name="T3" fmla="*/ 253 h 507"/>
                  <a:gd name="T4" fmla="*/ 253 w 507"/>
                  <a:gd name="T5" fmla="*/ 0 h 507"/>
                  <a:gd name="T6" fmla="*/ 507 w 507"/>
                  <a:gd name="T7" fmla="*/ 253 h 507"/>
                  <a:gd name="T8" fmla="*/ 253 w 507"/>
                  <a:gd name="T9" fmla="*/ 507 h 507"/>
                  <a:gd name="T10" fmla="*/ 253 w 507"/>
                  <a:gd name="T11" fmla="*/ 67 h 507"/>
                  <a:gd name="T12" fmla="*/ 67 w 507"/>
                  <a:gd name="T13" fmla="*/ 253 h 507"/>
                  <a:gd name="T14" fmla="*/ 253 w 507"/>
                  <a:gd name="T15" fmla="*/ 440 h 507"/>
                  <a:gd name="T16" fmla="*/ 440 w 507"/>
                  <a:gd name="T17" fmla="*/ 253 h 507"/>
                  <a:gd name="T18" fmla="*/ 253 w 507"/>
                  <a:gd name="T19" fmla="*/ 67 h 507"/>
                  <a:gd name="T20" fmla="*/ 370 w 507"/>
                  <a:gd name="T21" fmla="*/ 299 h 507"/>
                  <a:gd name="T22" fmla="*/ 344 w 507"/>
                  <a:gd name="T23" fmla="*/ 371 h 507"/>
                  <a:gd name="T24" fmla="*/ 264 w 507"/>
                  <a:gd name="T25" fmla="*/ 383 h 507"/>
                  <a:gd name="T26" fmla="*/ 175 w 507"/>
                  <a:gd name="T27" fmla="*/ 359 h 507"/>
                  <a:gd name="T28" fmla="*/ 160 w 507"/>
                  <a:gd name="T29" fmla="*/ 301 h 507"/>
                  <a:gd name="T30" fmla="*/ 137 w 507"/>
                  <a:gd name="T31" fmla="*/ 301 h 507"/>
                  <a:gd name="T32" fmla="*/ 142 w 507"/>
                  <a:gd name="T33" fmla="*/ 269 h 507"/>
                  <a:gd name="T34" fmla="*/ 158 w 507"/>
                  <a:gd name="T35" fmla="*/ 269 h 507"/>
                  <a:gd name="T36" fmla="*/ 157 w 507"/>
                  <a:gd name="T37" fmla="*/ 238 h 507"/>
                  <a:gd name="T38" fmla="*/ 137 w 507"/>
                  <a:gd name="T39" fmla="*/ 238 h 507"/>
                  <a:gd name="T40" fmla="*/ 142 w 507"/>
                  <a:gd name="T41" fmla="*/ 206 h 507"/>
                  <a:gd name="T42" fmla="*/ 158 w 507"/>
                  <a:gd name="T43" fmla="*/ 206 h 507"/>
                  <a:gd name="T44" fmla="*/ 181 w 507"/>
                  <a:gd name="T45" fmla="*/ 143 h 507"/>
                  <a:gd name="T46" fmla="*/ 276 w 507"/>
                  <a:gd name="T47" fmla="*/ 123 h 507"/>
                  <a:gd name="T48" fmla="*/ 349 w 507"/>
                  <a:gd name="T49" fmla="*/ 140 h 507"/>
                  <a:gd name="T50" fmla="*/ 367 w 507"/>
                  <a:gd name="T51" fmla="*/ 205 h 507"/>
                  <a:gd name="T52" fmla="*/ 367 w 507"/>
                  <a:gd name="T53" fmla="*/ 211 h 507"/>
                  <a:gd name="T54" fmla="*/ 319 w 507"/>
                  <a:gd name="T55" fmla="*/ 211 h 507"/>
                  <a:gd name="T56" fmla="*/ 319 w 507"/>
                  <a:gd name="T57" fmla="*/ 204 h 507"/>
                  <a:gd name="T58" fmla="*/ 306 w 507"/>
                  <a:gd name="T59" fmla="*/ 170 h 507"/>
                  <a:gd name="T60" fmla="*/ 266 w 507"/>
                  <a:gd name="T61" fmla="*/ 165 h 507"/>
                  <a:gd name="T62" fmla="*/ 216 w 507"/>
                  <a:gd name="T63" fmla="*/ 176 h 507"/>
                  <a:gd name="T64" fmla="*/ 208 w 507"/>
                  <a:gd name="T65" fmla="*/ 206 h 507"/>
                  <a:gd name="T66" fmla="*/ 296 w 507"/>
                  <a:gd name="T67" fmla="*/ 206 h 507"/>
                  <a:gd name="T68" fmla="*/ 291 w 507"/>
                  <a:gd name="T69" fmla="*/ 238 h 507"/>
                  <a:gd name="T70" fmla="*/ 206 w 507"/>
                  <a:gd name="T71" fmla="*/ 238 h 507"/>
                  <a:gd name="T72" fmla="*/ 206 w 507"/>
                  <a:gd name="T73" fmla="*/ 242 h 507"/>
                  <a:gd name="T74" fmla="*/ 207 w 507"/>
                  <a:gd name="T75" fmla="*/ 269 h 507"/>
                  <a:gd name="T76" fmla="*/ 287 w 507"/>
                  <a:gd name="T77" fmla="*/ 269 h 507"/>
                  <a:gd name="T78" fmla="*/ 282 w 507"/>
                  <a:gd name="T79" fmla="*/ 301 h 507"/>
                  <a:gd name="T80" fmla="*/ 208 w 507"/>
                  <a:gd name="T81" fmla="*/ 301 h 507"/>
                  <a:gd name="T82" fmla="*/ 215 w 507"/>
                  <a:gd name="T83" fmla="*/ 328 h 507"/>
                  <a:gd name="T84" fmla="*/ 264 w 507"/>
                  <a:gd name="T85" fmla="*/ 342 h 507"/>
                  <a:gd name="T86" fmla="*/ 311 w 507"/>
                  <a:gd name="T87" fmla="*/ 334 h 507"/>
                  <a:gd name="T88" fmla="*/ 321 w 507"/>
                  <a:gd name="T89" fmla="*/ 301 h 507"/>
                  <a:gd name="T90" fmla="*/ 321 w 507"/>
                  <a:gd name="T91" fmla="*/ 290 h 507"/>
                  <a:gd name="T92" fmla="*/ 370 w 507"/>
                  <a:gd name="T93" fmla="*/ 290 h 507"/>
                  <a:gd name="T94" fmla="*/ 370 w 507"/>
                  <a:gd name="T95" fmla="*/ 299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07" h="507">
                    <a:moveTo>
                      <a:pt x="253" y="507"/>
                    </a:moveTo>
                    <a:cubicBezTo>
                      <a:pt x="114" y="507"/>
                      <a:pt x="0" y="393"/>
                      <a:pt x="0" y="253"/>
                    </a:cubicBezTo>
                    <a:cubicBezTo>
                      <a:pt x="0" y="114"/>
                      <a:pt x="114" y="0"/>
                      <a:pt x="253" y="0"/>
                    </a:cubicBezTo>
                    <a:cubicBezTo>
                      <a:pt x="393" y="0"/>
                      <a:pt x="507" y="114"/>
                      <a:pt x="507" y="253"/>
                    </a:cubicBezTo>
                    <a:cubicBezTo>
                      <a:pt x="507" y="393"/>
                      <a:pt x="393" y="507"/>
                      <a:pt x="253" y="507"/>
                    </a:cubicBezTo>
                    <a:close/>
                    <a:moveTo>
                      <a:pt x="253" y="67"/>
                    </a:moveTo>
                    <a:cubicBezTo>
                      <a:pt x="150" y="67"/>
                      <a:pt x="67" y="150"/>
                      <a:pt x="67" y="253"/>
                    </a:cubicBezTo>
                    <a:cubicBezTo>
                      <a:pt x="67" y="356"/>
                      <a:pt x="150" y="440"/>
                      <a:pt x="253" y="440"/>
                    </a:cubicBezTo>
                    <a:cubicBezTo>
                      <a:pt x="356" y="440"/>
                      <a:pt x="440" y="356"/>
                      <a:pt x="440" y="253"/>
                    </a:cubicBezTo>
                    <a:cubicBezTo>
                      <a:pt x="440" y="150"/>
                      <a:pt x="356" y="67"/>
                      <a:pt x="253" y="67"/>
                    </a:cubicBezTo>
                    <a:close/>
                    <a:moveTo>
                      <a:pt x="370" y="299"/>
                    </a:moveTo>
                    <a:cubicBezTo>
                      <a:pt x="370" y="336"/>
                      <a:pt x="361" y="360"/>
                      <a:pt x="344" y="371"/>
                    </a:cubicBezTo>
                    <a:cubicBezTo>
                      <a:pt x="332" y="379"/>
                      <a:pt x="305" y="383"/>
                      <a:pt x="264" y="383"/>
                    </a:cubicBezTo>
                    <a:cubicBezTo>
                      <a:pt x="216" y="383"/>
                      <a:pt x="186" y="375"/>
                      <a:pt x="175" y="359"/>
                    </a:cubicBezTo>
                    <a:cubicBezTo>
                      <a:pt x="168" y="349"/>
                      <a:pt x="163" y="330"/>
                      <a:pt x="160" y="301"/>
                    </a:cubicBezTo>
                    <a:lnTo>
                      <a:pt x="137" y="301"/>
                    </a:lnTo>
                    <a:lnTo>
                      <a:pt x="142" y="269"/>
                    </a:lnTo>
                    <a:lnTo>
                      <a:pt x="158" y="269"/>
                    </a:lnTo>
                    <a:cubicBezTo>
                      <a:pt x="158" y="260"/>
                      <a:pt x="157" y="249"/>
                      <a:pt x="157" y="238"/>
                    </a:cubicBezTo>
                    <a:lnTo>
                      <a:pt x="137" y="238"/>
                    </a:lnTo>
                    <a:lnTo>
                      <a:pt x="142" y="206"/>
                    </a:lnTo>
                    <a:lnTo>
                      <a:pt x="158" y="206"/>
                    </a:lnTo>
                    <a:cubicBezTo>
                      <a:pt x="160" y="175"/>
                      <a:pt x="168" y="154"/>
                      <a:pt x="181" y="143"/>
                    </a:cubicBezTo>
                    <a:cubicBezTo>
                      <a:pt x="196" y="130"/>
                      <a:pt x="228" y="123"/>
                      <a:pt x="276" y="123"/>
                    </a:cubicBezTo>
                    <a:cubicBezTo>
                      <a:pt x="312" y="123"/>
                      <a:pt x="337" y="129"/>
                      <a:pt x="349" y="140"/>
                    </a:cubicBezTo>
                    <a:cubicBezTo>
                      <a:pt x="360" y="150"/>
                      <a:pt x="366" y="171"/>
                      <a:pt x="367" y="205"/>
                    </a:cubicBezTo>
                    <a:lnTo>
                      <a:pt x="367" y="211"/>
                    </a:lnTo>
                    <a:lnTo>
                      <a:pt x="319" y="211"/>
                    </a:lnTo>
                    <a:lnTo>
                      <a:pt x="319" y="204"/>
                    </a:lnTo>
                    <a:cubicBezTo>
                      <a:pt x="319" y="186"/>
                      <a:pt x="314" y="175"/>
                      <a:pt x="306" y="170"/>
                    </a:cubicBezTo>
                    <a:cubicBezTo>
                      <a:pt x="300" y="167"/>
                      <a:pt x="287" y="165"/>
                      <a:pt x="266" y="165"/>
                    </a:cubicBezTo>
                    <a:cubicBezTo>
                      <a:pt x="239" y="165"/>
                      <a:pt x="222" y="169"/>
                      <a:pt x="216" y="176"/>
                    </a:cubicBezTo>
                    <a:cubicBezTo>
                      <a:pt x="212" y="181"/>
                      <a:pt x="209" y="191"/>
                      <a:pt x="208" y="206"/>
                    </a:cubicBezTo>
                    <a:lnTo>
                      <a:pt x="296" y="206"/>
                    </a:lnTo>
                    <a:lnTo>
                      <a:pt x="291" y="238"/>
                    </a:lnTo>
                    <a:lnTo>
                      <a:pt x="206" y="238"/>
                    </a:lnTo>
                    <a:lnTo>
                      <a:pt x="206" y="242"/>
                    </a:lnTo>
                    <a:cubicBezTo>
                      <a:pt x="206" y="251"/>
                      <a:pt x="207" y="260"/>
                      <a:pt x="207" y="269"/>
                    </a:cubicBezTo>
                    <a:lnTo>
                      <a:pt x="287" y="269"/>
                    </a:lnTo>
                    <a:lnTo>
                      <a:pt x="282" y="301"/>
                    </a:lnTo>
                    <a:lnTo>
                      <a:pt x="208" y="301"/>
                    </a:lnTo>
                    <a:cubicBezTo>
                      <a:pt x="210" y="315"/>
                      <a:pt x="212" y="324"/>
                      <a:pt x="215" y="328"/>
                    </a:cubicBezTo>
                    <a:cubicBezTo>
                      <a:pt x="220" y="337"/>
                      <a:pt x="236" y="342"/>
                      <a:pt x="264" y="342"/>
                    </a:cubicBezTo>
                    <a:cubicBezTo>
                      <a:pt x="288" y="342"/>
                      <a:pt x="303" y="339"/>
                      <a:pt x="311" y="334"/>
                    </a:cubicBezTo>
                    <a:cubicBezTo>
                      <a:pt x="318" y="329"/>
                      <a:pt x="322" y="318"/>
                      <a:pt x="321" y="301"/>
                    </a:cubicBezTo>
                    <a:lnTo>
                      <a:pt x="321" y="290"/>
                    </a:lnTo>
                    <a:lnTo>
                      <a:pt x="370" y="290"/>
                    </a:lnTo>
                    <a:lnTo>
                      <a:pt x="370" y="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l"/>
              </a:p>
            </p:txBody>
          </p:sp>
          <p:sp>
            <p:nvSpPr>
              <p:cNvPr id="92" name="Bullet3" descr="569516a2-b951-4655-8ff7-9bc47266e3f0"/>
              <p:cNvSpPr/>
              <p:nvPr>
                <p:custDataLst>
                  <p:tags r:id="rId56"/>
                </p:custDataLst>
              </p:nvPr>
            </p:nvSpPr>
            <p:spPr>
              <a:xfrm>
                <a:off x="768768" y="3799149"/>
                <a:ext cx="2553764" cy="37782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 lnSpcReduction="20000"/>
              </a:bodyPr>
              <a:lstStyle/>
              <a:p>
                <a:pPr algn="r"/>
                <a:r>
                  <a:rPr lang="en-US" sz="1800" b="1" i="0" u="none">
                    <a:solidFill>
                      <a:srgbClr val="2F2F2F"/>
                    </a:solidFill>
                    <a:latin typeface="思源黑体 CN Bold" panose="020B0800000000000000" charset="-122"/>
                  </a:rPr>
                  <a:t>DNA序列匹配</a:t>
                </a:r>
                <a:endParaRPr lang="en-US" sz="1800" b="1" i="0" u="none">
                  <a:solidFill>
                    <a:srgbClr val="2F2F2F"/>
                  </a:solidFill>
                  <a:latin typeface="思源黑体 CN Bold" panose="020B0800000000000000" charset="-122"/>
                </a:endParaRPr>
              </a:p>
            </p:txBody>
          </p:sp>
          <p:sp>
            <p:nvSpPr>
              <p:cNvPr id="93" name="Text3" descr="0808cdf9-f25f-4c18-a5ef-1eefec98edf8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744672" y="4176975"/>
                <a:ext cx="2577859" cy="647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生物信息学中，KMP算法用于比对DNA序列，支持基因研究和诊断。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</p:grpSp>
        <p:grpSp>
          <p:nvGrpSpPr>
            <p:cNvPr id="12" name="组合 11" descr="6c74e5ef-4808-4708-b891-10090e583a8e"/>
            <p:cNvGrpSpPr/>
            <p:nvPr/>
          </p:nvGrpSpPr>
          <p:grpSpPr>
            <a:xfrm>
              <a:off x="8053452" y="3799149"/>
              <a:ext cx="3460579" cy="1025526"/>
              <a:chOff x="8053452" y="3799149"/>
              <a:chExt cx="3460579" cy="1025526"/>
            </a:xfrm>
          </p:grpSpPr>
          <p:sp>
            <p:nvSpPr>
              <p:cNvPr id="115" name="IconBackground4" descr="d12fb930-2861-4234-a6cc-8ada97fa3989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8053452" y="3899856"/>
                <a:ext cx="711200" cy="647700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txBody>
              <a:bodyPr wrap="none" anchor="ctr"/>
              <a:lstStyle/>
              <a:p>
                <a:pPr algn="l"/>
              </a:p>
            </p:txBody>
          </p:sp>
          <p:sp>
            <p:nvSpPr>
              <p:cNvPr id="116" name="Icon4" descr="2ed01577-5a13-44a4-bf00-3d6ecbd2ff93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8196445" y="4011435"/>
                <a:ext cx="425215" cy="424542"/>
              </a:xfrm>
              <a:custGeom>
                <a:avLst/>
                <a:gdLst>
                  <a:gd name="T0" fmla="*/ 253 w 507"/>
                  <a:gd name="T1" fmla="*/ 507 h 507"/>
                  <a:gd name="T2" fmla="*/ 0 w 507"/>
                  <a:gd name="T3" fmla="*/ 253 h 507"/>
                  <a:gd name="T4" fmla="*/ 253 w 507"/>
                  <a:gd name="T5" fmla="*/ 0 h 507"/>
                  <a:gd name="T6" fmla="*/ 507 w 507"/>
                  <a:gd name="T7" fmla="*/ 253 h 507"/>
                  <a:gd name="T8" fmla="*/ 253 w 507"/>
                  <a:gd name="T9" fmla="*/ 507 h 507"/>
                  <a:gd name="T10" fmla="*/ 253 w 507"/>
                  <a:gd name="T11" fmla="*/ 67 h 507"/>
                  <a:gd name="T12" fmla="*/ 67 w 507"/>
                  <a:gd name="T13" fmla="*/ 253 h 507"/>
                  <a:gd name="T14" fmla="*/ 253 w 507"/>
                  <a:gd name="T15" fmla="*/ 440 h 507"/>
                  <a:gd name="T16" fmla="*/ 440 w 507"/>
                  <a:gd name="T17" fmla="*/ 253 h 507"/>
                  <a:gd name="T18" fmla="*/ 253 w 507"/>
                  <a:gd name="T19" fmla="*/ 67 h 507"/>
                  <a:gd name="T20" fmla="*/ 370 w 507"/>
                  <a:gd name="T21" fmla="*/ 299 h 507"/>
                  <a:gd name="T22" fmla="*/ 344 w 507"/>
                  <a:gd name="T23" fmla="*/ 371 h 507"/>
                  <a:gd name="T24" fmla="*/ 264 w 507"/>
                  <a:gd name="T25" fmla="*/ 383 h 507"/>
                  <a:gd name="T26" fmla="*/ 175 w 507"/>
                  <a:gd name="T27" fmla="*/ 359 h 507"/>
                  <a:gd name="T28" fmla="*/ 160 w 507"/>
                  <a:gd name="T29" fmla="*/ 301 h 507"/>
                  <a:gd name="T30" fmla="*/ 137 w 507"/>
                  <a:gd name="T31" fmla="*/ 301 h 507"/>
                  <a:gd name="T32" fmla="*/ 142 w 507"/>
                  <a:gd name="T33" fmla="*/ 269 h 507"/>
                  <a:gd name="T34" fmla="*/ 158 w 507"/>
                  <a:gd name="T35" fmla="*/ 269 h 507"/>
                  <a:gd name="T36" fmla="*/ 157 w 507"/>
                  <a:gd name="T37" fmla="*/ 238 h 507"/>
                  <a:gd name="T38" fmla="*/ 137 w 507"/>
                  <a:gd name="T39" fmla="*/ 238 h 507"/>
                  <a:gd name="T40" fmla="*/ 142 w 507"/>
                  <a:gd name="T41" fmla="*/ 206 h 507"/>
                  <a:gd name="T42" fmla="*/ 158 w 507"/>
                  <a:gd name="T43" fmla="*/ 206 h 507"/>
                  <a:gd name="T44" fmla="*/ 181 w 507"/>
                  <a:gd name="T45" fmla="*/ 143 h 507"/>
                  <a:gd name="T46" fmla="*/ 276 w 507"/>
                  <a:gd name="T47" fmla="*/ 123 h 507"/>
                  <a:gd name="T48" fmla="*/ 349 w 507"/>
                  <a:gd name="T49" fmla="*/ 140 h 507"/>
                  <a:gd name="T50" fmla="*/ 367 w 507"/>
                  <a:gd name="T51" fmla="*/ 205 h 507"/>
                  <a:gd name="T52" fmla="*/ 367 w 507"/>
                  <a:gd name="T53" fmla="*/ 211 h 507"/>
                  <a:gd name="T54" fmla="*/ 319 w 507"/>
                  <a:gd name="T55" fmla="*/ 211 h 507"/>
                  <a:gd name="T56" fmla="*/ 319 w 507"/>
                  <a:gd name="T57" fmla="*/ 204 h 507"/>
                  <a:gd name="T58" fmla="*/ 306 w 507"/>
                  <a:gd name="T59" fmla="*/ 170 h 507"/>
                  <a:gd name="T60" fmla="*/ 266 w 507"/>
                  <a:gd name="T61" fmla="*/ 165 h 507"/>
                  <a:gd name="T62" fmla="*/ 216 w 507"/>
                  <a:gd name="T63" fmla="*/ 176 h 507"/>
                  <a:gd name="T64" fmla="*/ 208 w 507"/>
                  <a:gd name="T65" fmla="*/ 206 h 507"/>
                  <a:gd name="T66" fmla="*/ 296 w 507"/>
                  <a:gd name="T67" fmla="*/ 206 h 507"/>
                  <a:gd name="T68" fmla="*/ 291 w 507"/>
                  <a:gd name="T69" fmla="*/ 238 h 507"/>
                  <a:gd name="T70" fmla="*/ 206 w 507"/>
                  <a:gd name="T71" fmla="*/ 238 h 507"/>
                  <a:gd name="T72" fmla="*/ 206 w 507"/>
                  <a:gd name="T73" fmla="*/ 242 h 507"/>
                  <a:gd name="T74" fmla="*/ 207 w 507"/>
                  <a:gd name="T75" fmla="*/ 269 h 507"/>
                  <a:gd name="T76" fmla="*/ 287 w 507"/>
                  <a:gd name="T77" fmla="*/ 269 h 507"/>
                  <a:gd name="T78" fmla="*/ 282 w 507"/>
                  <a:gd name="T79" fmla="*/ 301 h 507"/>
                  <a:gd name="T80" fmla="*/ 208 w 507"/>
                  <a:gd name="T81" fmla="*/ 301 h 507"/>
                  <a:gd name="T82" fmla="*/ 215 w 507"/>
                  <a:gd name="T83" fmla="*/ 328 h 507"/>
                  <a:gd name="T84" fmla="*/ 264 w 507"/>
                  <a:gd name="T85" fmla="*/ 342 h 507"/>
                  <a:gd name="T86" fmla="*/ 311 w 507"/>
                  <a:gd name="T87" fmla="*/ 334 h 507"/>
                  <a:gd name="T88" fmla="*/ 321 w 507"/>
                  <a:gd name="T89" fmla="*/ 301 h 507"/>
                  <a:gd name="T90" fmla="*/ 321 w 507"/>
                  <a:gd name="T91" fmla="*/ 290 h 507"/>
                  <a:gd name="T92" fmla="*/ 370 w 507"/>
                  <a:gd name="T93" fmla="*/ 290 h 507"/>
                  <a:gd name="T94" fmla="*/ 370 w 507"/>
                  <a:gd name="T95" fmla="*/ 299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07" h="507">
                    <a:moveTo>
                      <a:pt x="253" y="507"/>
                    </a:moveTo>
                    <a:cubicBezTo>
                      <a:pt x="114" y="507"/>
                      <a:pt x="0" y="393"/>
                      <a:pt x="0" y="253"/>
                    </a:cubicBezTo>
                    <a:cubicBezTo>
                      <a:pt x="0" y="114"/>
                      <a:pt x="114" y="0"/>
                      <a:pt x="253" y="0"/>
                    </a:cubicBezTo>
                    <a:cubicBezTo>
                      <a:pt x="393" y="0"/>
                      <a:pt x="507" y="114"/>
                      <a:pt x="507" y="253"/>
                    </a:cubicBezTo>
                    <a:cubicBezTo>
                      <a:pt x="507" y="393"/>
                      <a:pt x="393" y="507"/>
                      <a:pt x="253" y="507"/>
                    </a:cubicBezTo>
                    <a:close/>
                    <a:moveTo>
                      <a:pt x="253" y="67"/>
                    </a:moveTo>
                    <a:cubicBezTo>
                      <a:pt x="150" y="67"/>
                      <a:pt x="67" y="150"/>
                      <a:pt x="67" y="253"/>
                    </a:cubicBezTo>
                    <a:cubicBezTo>
                      <a:pt x="67" y="356"/>
                      <a:pt x="150" y="440"/>
                      <a:pt x="253" y="440"/>
                    </a:cubicBezTo>
                    <a:cubicBezTo>
                      <a:pt x="356" y="440"/>
                      <a:pt x="440" y="356"/>
                      <a:pt x="440" y="253"/>
                    </a:cubicBezTo>
                    <a:cubicBezTo>
                      <a:pt x="440" y="150"/>
                      <a:pt x="356" y="67"/>
                      <a:pt x="253" y="67"/>
                    </a:cubicBezTo>
                    <a:close/>
                    <a:moveTo>
                      <a:pt x="370" y="299"/>
                    </a:moveTo>
                    <a:cubicBezTo>
                      <a:pt x="370" y="336"/>
                      <a:pt x="361" y="360"/>
                      <a:pt x="344" y="371"/>
                    </a:cubicBezTo>
                    <a:cubicBezTo>
                      <a:pt x="332" y="379"/>
                      <a:pt x="305" y="383"/>
                      <a:pt x="264" y="383"/>
                    </a:cubicBezTo>
                    <a:cubicBezTo>
                      <a:pt x="216" y="383"/>
                      <a:pt x="186" y="375"/>
                      <a:pt x="175" y="359"/>
                    </a:cubicBezTo>
                    <a:cubicBezTo>
                      <a:pt x="168" y="349"/>
                      <a:pt x="163" y="330"/>
                      <a:pt x="160" y="301"/>
                    </a:cubicBezTo>
                    <a:lnTo>
                      <a:pt x="137" y="301"/>
                    </a:lnTo>
                    <a:lnTo>
                      <a:pt x="142" y="269"/>
                    </a:lnTo>
                    <a:lnTo>
                      <a:pt x="158" y="269"/>
                    </a:lnTo>
                    <a:cubicBezTo>
                      <a:pt x="158" y="260"/>
                      <a:pt x="157" y="249"/>
                      <a:pt x="157" y="238"/>
                    </a:cubicBezTo>
                    <a:lnTo>
                      <a:pt x="137" y="238"/>
                    </a:lnTo>
                    <a:lnTo>
                      <a:pt x="142" y="206"/>
                    </a:lnTo>
                    <a:lnTo>
                      <a:pt x="158" y="206"/>
                    </a:lnTo>
                    <a:cubicBezTo>
                      <a:pt x="160" y="175"/>
                      <a:pt x="168" y="154"/>
                      <a:pt x="181" y="143"/>
                    </a:cubicBezTo>
                    <a:cubicBezTo>
                      <a:pt x="196" y="130"/>
                      <a:pt x="228" y="123"/>
                      <a:pt x="276" y="123"/>
                    </a:cubicBezTo>
                    <a:cubicBezTo>
                      <a:pt x="312" y="123"/>
                      <a:pt x="337" y="129"/>
                      <a:pt x="349" y="140"/>
                    </a:cubicBezTo>
                    <a:cubicBezTo>
                      <a:pt x="360" y="150"/>
                      <a:pt x="366" y="171"/>
                      <a:pt x="367" y="205"/>
                    </a:cubicBezTo>
                    <a:lnTo>
                      <a:pt x="367" y="211"/>
                    </a:lnTo>
                    <a:lnTo>
                      <a:pt x="319" y="211"/>
                    </a:lnTo>
                    <a:lnTo>
                      <a:pt x="319" y="204"/>
                    </a:lnTo>
                    <a:cubicBezTo>
                      <a:pt x="319" y="186"/>
                      <a:pt x="314" y="175"/>
                      <a:pt x="306" y="170"/>
                    </a:cubicBezTo>
                    <a:cubicBezTo>
                      <a:pt x="300" y="167"/>
                      <a:pt x="287" y="165"/>
                      <a:pt x="266" y="165"/>
                    </a:cubicBezTo>
                    <a:cubicBezTo>
                      <a:pt x="239" y="165"/>
                      <a:pt x="222" y="169"/>
                      <a:pt x="216" y="176"/>
                    </a:cubicBezTo>
                    <a:cubicBezTo>
                      <a:pt x="212" y="181"/>
                      <a:pt x="209" y="191"/>
                      <a:pt x="208" y="206"/>
                    </a:cubicBezTo>
                    <a:lnTo>
                      <a:pt x="296" y="206"/>
                    </a:lnTo>
                    <a:lnTo>
                      <a:pt x="291" y="238"/>
                    </a:lnTo>
                    <a:lnTo>
                      <a:pt x="206" y="238"/>
                    </a:lnTo>
                    <a:lnTo>
                      <a:pt x="206" y="242"/>
                    </a:lnTo>
                    <a:cubicBezTo>
                      <a:pt x="206" y="251"/>
                      <a:pt x="207" y="260"/>
                      <a:pt x="207" y="269"/>
                    </a:cubicBezTo>
                    <a:lnTo>
                      <a:pt x="287" y="269"/>
                    </a:lnTo>
                    <a:lnTo>
                      <a:pt x="282" y="301"/>
                    </a:lnTo>
                    <a:lnTo>
                      <a:pt x="208" y="301"/>
                    </a:lnTo>
                    <a:cubicBezTo>
                      <a:pt x="210" y="315"/>
                      <a:pt x="212" y="324"/>
                      <a:pt x="215" y="328"/>
                    </a:cubicBezTo>
                    <a:cubicBezTo>
                      <a:pt x="220" y="337"/>
                      <a:pt x="236" y="342"/>
                      <a:pt x="264" y="342"/>
                    </a:cubicBezTo>
                    <a:cubicBezTo>
                      <a:pt x="288" y="342"/>
                      <a:pt x="303" y="339"/>
                      <a:pt x="311" y="334"/>
                    </a:cubicBezTo>
                    <a:cubicBezTo>
                      <a:pt x="318" y="329"/>
                      <a:pt x="322" y="318"/>
                      <a:pt x="321" y="301"/>
                    </a:cubicBezTo>
                    <a:lnTo>
                      <a:pt x="321" y="290"/>
                    </a:lnTo>
                    <a:lnTo>
                      <a:pt x="370" y="290"/>
                    </a:lnTo>
                    <a:lnTo>
                      <a:pt x="370" y="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l"/>
              </a:p>
            </p:txBody>
          </p:sp>
          <p:sp>
            <p:nvSpPr>
              <p:cNvPr id="113" name="Bullet4" descr="ce32f8f7-9138-4f1b-88e0-4adfc0a69950"/>
              <p:cNvSpPr/>
              <p:nvPr>
                <p:custDataLst>
                  <p:tags r:id="rId60"/>
                </p:custDataLst>
              </p:nvPr>
            </p:nvSpPr>
            <p:spPr>
              <a:xfrm>
                <a:off x="8936172" y="3799149"/>
                <a:ext cx="2577859" cy="37782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 lnSpcReduction="20000"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数据压缩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14" name="Text4" descr="3f4f23e2-c6fd-4a13-8bce-251fa95e5faf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8936172" y="4176975"/>
                <a:ext cx="2577859" cy="647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通过KMP算法识别重复模式，数据压缩技术得以高效实现，减少存储成本。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</p:grpSp>
        <p:grpSp>
          <p:nvGrpSpPr>
            <p:cNvPr id="13" name="组合 12" descr="fd50ab65-d235-4f19-b008-35e495e23fef"/>
            <p:cNvGrpSpPr/>
            <p:nvPr/>
          </p:nvGrpSpPr>
          <p:grpSpPr>
            <a:xfrm>
              <a:off x="649075" y="5093575"/>
              <a:ext cx="3433596" cy="1024992"/>
              <a:chOff x="649075" y="5093575"/>
              <a:chExt cx="3433596" cy="1024992"/>
            </a:xfrm>
          </p:grpSpPr>
          <p:sp>
            <p:nvSpPr>
              <p:cNvPr id="50" name="IconBackground5" descr="7d6bf156-e6b8-45b8-b423-8c8c1b2f3276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3371471" y="5194282"/>
                <a:ext cx="711200" cy="647700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algn="l"/>
              </a:p>
            </p:txBody>
          </p:sp>
          <p:sp>
            <p:nvSpPr>
              <p:cNvPr id="128" name="Icon5" descr="cdd0d936-81e1-4224-adde-67278d6a6e94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514464" y="5305861"/>
                <a:ext cx="425215" cy="424542"/>
              </a:xfrm>
              <a:custGeom>
                <a:avLst/>
                <a:gdLst>
                  <a:gd name="T0" fmla="*/ 253 w 507"/>
                  <a:gd name="T1" fmla="*/ 507 h 507"/>
                  <a:gd name="T2" fmla="*/ 0 w 507"/>
                  <a:gd name="T3" fmla="*/ 253 h 507"/>
                  <a:gd name="T4" fmla="*/ 253 w 507"/>
                  <a:gd name="T5" fmla="*/ 0 h 507"/>
                  <a:gd name="T6" fmla="*/ 507 w 507"/>
                  <a:gd name="T7" fmla="*/ 253 h 507"/>
                  <a:gd name="T8" fmla="*/ 253 w 507"/>
                  <a:gd name="T9" fmla="*/ 507 h 507"/>
                  <a:gd name="T10" fmla="*/ 253 w 507"/>
                  <a:gd name="T11" fmla="*/ 67 h 507"/>
                  <a:gd name="T12" fmla="*/ 67 w 507"/>
                  <a:gd name="T13" fmla="*/ 253 h 507"/>
                  <a:gd name="T14" fmla="*/ 253 w 507"/>
                  <a:gd name="T15" fmla="*/ 440 h 507"/>
                  <a:gd name="T16" fmla="*/ 440 w 507"/>
                  <a:gd name="T17" fmla="*/ 253 h 507"/>
                  <a:gd name="T18" fmla="*/ 253 w 507"/>
                  <a:gd name="T19" fmla="*/ 67 h 507"/>
                  <a:gd name="T20" fmla="*/ 370 w 507"/>
                  <a:gd name="T21" fmla="*/ 299 h 507"/>
                  <a:gd name="T22" fmla="*/ 344 w 507"/>
                  <a:gd name="T23" fmla="*/ 371 h 507"/>
                  <a:gd name="T24" fmla="*/ 264 w 507"/>
                  <a:gd name="T25" fmla="*/ 383 h 507"/>
                  <a:gd name="T26" fmla="*/ 175 w 507"/>
                  <a:gd name="T27" fmla="*/ 359 h 507"/>
                  <a:gd name="T28" fmla="*/ 160 w 507"/>
                  <a:gd name="T29" fmla="*/ 301 h 507"/>
                  <a:gd name="T30" fmla="*/ 137 w 507"/>
                  <a:gd name="T31" fmla="*/ 301 h 507"/>
                  <a:gd name="T32" fmla="*/ 142 w 507"/>
                  <a:gd name="T33" fmla="*/ 269 h 507"/>
                  <a:gd name="T34" fmla="*/ 158 w 507"/>
                  <a:gd name="T35" fmla="*/ 269 h 507"/>
                  <a:gd name="T36" fmla="*/ 157 w 507"/>
                  <a:gd name="T37" fmla="*/ 238 h 507"/>
                  <a:gd name="T38" fmla="*/ 137 w 507"/>
                  <a:gd name="T39" fmla="*/ 238 h 507"/>
                  <a:gd name="T40" fmla="*/ 142 w 507"/>
                  <a:gd name="T41" fmla="*/ 206 h 507"/>
                  <a:gd name="T42" fmla="*/ 158 w 507"/>
                  <a:gd name="T43" fmla="*/ 206 h 507"/>
                  <a:gd name="T44" fmla="*/ 181 w 507"/>
                  <a:gd name="T45" fmla="*/ 143 h 507"/>
                  <a:gd name="T46" fmla="*/ 276 w 507"/>
                  <a:gd name="T47" fmla="*/ 123 h 507"/>
                  <a:gd name="T48" fmla="*/ 349 w 507"/>
                  <a:gd name="T49" fmla="*/ 140 h 507"/>
                  <a:gd name="T50" fmla="*/ 367 w 507"/>
                  <a:gd name="T51" fmla="*/ 205 h 507"/>
                  <a:gd name="T52" fmla="*/ 367 w 507"/>
                  <a:gd name="T53" fmla="*/ 211 h 507"/>
                  <a:gd name="T54" fmla="*/ 319 w 507"/>
                  <a:gd name="T55" fmla="*/ 211 h 507"/>
                  <a:gd name="T56" fmla="*/ 319 w 507"/>
                  <a:gd name="T57" fmla="*/ 204 h 507"/>
                  <a:gd name="T58" fmla="*/ 306 w 507"/>
                  <a:gd name="T59" fmla="*/ 170 h 507"/>
                  <a:gd name="T60" fmla="*/ 266 w 507"/>
                  <a:gd name="T61" fmla="*/ 165 h 507"/>
                  <a:gd name="T62" fmla="*/ 216 w 507"/>
                  <a:gd name="T63" fmla="*/ 176 h 507"/>
                  <a:gd name="T64" fmla="*/ 208 w 507"/>
                  <a:gd name="T65" fmla="*/ 206 h 507"/>
                  <a:gd name="T66" fmla="*/ 296 w 507"/>
                  <a:gd name="T67" fmla="*/ 206 h 507"/>
                  <a:gd name="T68" fmla="*/ 291 w 507"/>
                  <a:gd name="T69" fmla="*/ 238 h 507"/>
                  <a:gd name="T70" fmla="*/ 206 w 507"/>
                  <a:gd name="T71" fmla="*/ 238 h 507"/>
                  <a:gd name="T72" fmla="*/ 206 w 507"/>
                  <a:gd name="T73" fmla="*/ 242 h 507"/>
                  <a:gd name="T74" fmla="*/ 207 w 507"/>
                  <a:gd name="T75" fmla="*/ 269 h 507"/>
                  <a:gd name="T76" fmla="*/ 287 w 507"/>
                  <a:gd name="T77" fmla="*/ 269 h 507"/>
                  <a:gd name="T78" fmla="*/ 282 w 507"/>
                  <a:gd name="T79" fmla="*/ 301 h 507"/>
                  <a:gd name="T80" fmla="*/ 208 w 507"/>
                  <a:gd name="T81" fmla="*/ 301 h 507"/>
                  <a:gd name="T82" fmla="*/ 215 w 507"/>
                  <a:gd name="T83" fmla="*/ 328 h 507"/>
                  <a:gd name="T84" fmla="*/ 264 w 507"/>
                  <a:gd name="T85" fmla="*/ 342 h 507"/>
                  <a:gd name="T86" fmla="*/ 311 w 507"/>
                  <a:gd name="T87" fmla="*/ 334 h 507"/>
                  <a:gd name="T88" fmla="*/ 321 w 507"/>
                  <a:gd name="T89" fmla="*/ 301 h 507"/>
                  <a:gd name="T90" fmla="*/ 321 w 507"/>
                  <a:gd name="T91" fmla="*/ 290 h 507"/>
                  <a:gd name="T92" fmla="*/ 370 w 507"/>
                  <a:gd name="T93" fmla="*/ 290 h 507"/>
                  <a:gd name="T94" fmla="*/ 370 w 507"/>
                  <a:gd name="T95" fmla="*/ 299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07" h="507">
                    <a:moveTo>
                      <a:pt x="253" y="507"/>
                    </a:moveTo>
                    <a:cubicBezTo>
                      <a:pt x="114" y="507"/>
                      <a:pt x="0" y="393"/>
                      <a:pt x="0" y="253"/>
                    </a:cubicBezTo>
                    <a:cubicBezTo>
                      <a:pt x="0" y="114"/>
                      <a:pt x="114" y="0"/>
                      <a:pt x="253" y="0"/>
                    </a:cubicBezTo>
                    <a:cubicBezTo>
                      <a:pt x="393" y="0"/>
                      <a:pt x="507" y="114"/>
                      <a:pt x="507" y="253"/>
                    </a:cubicBezTo>
                    <a:cubicBezTo>
                      <a:pt x="507" y="393"/>
                      <a:pt x="393" y="507"/>
                      <a:pt x="253" y="507"/>
                    </a:cubicBezTo>
                    <a:close/>
                    <a:moveTo>
                      <a:pt x="253" y="67"/>
                    </a:moveTo>
                    <a:cubicBezTo>
                      <a:pt x="150" y="67"/>
                      <a:pt x="67" y="150"/>
                      <a:pt x="67" y="253"/>
                    </a:cubicBezTo>
                    <a:cubicBezTo>
                      <a:pt x="67" y="356"/>
                      <a:pt x="150" y="440"/>
                      <a:pt x="253" y="440"/>
                    </a:cubicBezTo>
                    <a:cubicBezTo>
                      <a:pt x="356" y="440"/>
                      <a:pt x="440" y="356"/>
                      <a:pt x="440" y="253"/>
                    </a:cubicBezTo>
                    <a:cubicBezTo>
                      <a:pt x="440" y="150"/>
                      <a:pt x="356" y="67"/>
                      <a:pt x="253" y="67"/>
                    </a:cubicBezTo>
                    <a:close/>
                    <a:moveTo>
                      <a:pt x="370" y="299"/>
                    </a:moveTo>
                    <a:cubicBezTo>
                      <a:pt x="370" y="336"/>
                      <a:pt x="361" y="360"/>
                      <a:pt x="344" y="371"/>
                    </a:cubicBezTo>
                    <a:cubicBezTo>
                      <a:pt x="332" y="379"/>
                      <a:pt x="305" y="383"/>
                      <a:pt x="264" y="383"/>
                    </a:cubicBezTo>
                    <a:cubicBezTo>
                      <a:pt x="216" y="383"/>
                      <a:pt x="186" y="375"/>
                      <a:pt x="175" y="359"/>
                    </a:cubicBezTo>
                    <a:cubicBezTo>
                      <a:pt x="168" y="349"/>
                      <a:pt x="163" y="330"/>
                      <a:pt x="160" y="301"/>
                    </a:cubicBezTo>
                    <a:lnTo>
                      <a:pt x="137" y="301"/>
                    </a:lnTo>
                    <a:lnTo>
                      <a:pt x="142" y="269"/>
                    </a:lnTo>
                    <a:lnTo>
                      <a:pt x="158" y="269"/>
                    </a:lnTo>
                    <a:cubicBezTo>
                      <a:pt x="158" y="260"/>
                      <a:pt x="157" y="249"/>
                      <a:pt x="157" y="238"/>
                    </a:cubicBezTo>
                    <a:lnTo>
                      <a:pt x="137" y="238"/>
                    </a:lnTo>
                    <a:lnTo>
                      <a:pt x="142" y="206"/>
                    </a:lnTo>
                    <a:lnTo>
                      <a:pt x="158" y="206"/>
                    </a:lnTo>
                    <a:cubicBezTo>
                      <a:pt x="160" y="175"/>
                      <a:pt x="168" y="154"/>
                      <a:pt x="181" y="143"/>
                    </a:cubicBezTo>
                    <a:cubicBezTo>
                      <a:pt x="196" y="130"/>
                      <a:pt x="228" y="123"/>
                      <a:pt x="276" y="123"/>
                    </a:cubicBezTo>
                    <a:cubicBezTo>
                      <a:pt x="312" y="123"/>
                      <a:pt x="337" y="129"/>
                      <a:pt x="349" y="140"/>
                    </a:cubicBezTo>
                    <a:cubicBezTo>
                      <a:pt x="360" y="150"/>
                      <a:pt x="366" y="171"/>
                      <a:pt x="367" y="205"/>
                    </a:cubicBezTo>
                    <a:lnTo>
                      <a:pt x="367" y="211"/>
                    </a:lnTo>
                    <a:lnTo>
                      <a:pt x="319" y="211"/>
                    </a:lnTo>
                    <a:lnTo>
                      <a:pt x="319" y="204"/>
                    </a:lnTo>
                    <a:cubicBezTo>
                      <a:pt x="319" y="186"/>
                      <a:pt x="314" y="175"/>
                      <a:pt x="306" y="170"/>
                    </a:cubicBezTo>
                    <a:cubicBezTo>
                      <a:pt x="300" y="167"/>
                      <a:pt x="287" y="165"/>
                      <a:pt x="266" y="165"/>
                    </a:cubicBezTo>
                    <a:cubicBezTo>
                      <a:pt x="239" y="165"/>
                      <a:pt x="222" y="169"/>
                      <a:pt x="216" y="176"/>
                    </a:cubicBezTo>
                    <a:cubicBezTo>
                      <a:pt x="212" y="181"/>
                      <a:pt x="209" y="191"/>
                      <a:pt x="208" y="206"/>
                    </a:cubicBezTo>
                    <a:lnTo>
                      <a:pt x="296" y="206"/>
                    </a:lnTo>
                    <a:lnTo>
                      <a:pt x="291" y="238"/>
                    </a:lnTo>
                    <a:lnTo>
                      <a:pt x="206" y="238"/>
                    </a:lnTo>
                    <a:lnTo>
                      <a:pt x="206" y="242"/>
                    </a:lnTo>
                    <a:cubicBezTo>
                      <a:pt x="206" y="251"/>
                      <a:pt x="207" y="260"/>
                      <a:pt x="207" y="269"/>
                    </a:cubicBezTo>
                    <a:lnTo>
                      <a:pt x="287" y="269"/>
                    </a:lnTo>
                    <a:lnTo>
                      <a:pt x="282" y="301"/>
                    </a:lnTo>
                    <a:lnTo>
                      <a:pt x="208" y="301"/>
                    </a:lnTo>
                    <a:cubicBezTo>
                      <a:pt x="210" y="315"/>
                      <a:pt x="212" y="324"/>
                      <a:pt x="215" y="328"/>
                    </a:cubicBezTo>
                    <a:cubicBezTo>
                      <a:pt x="220" y="337"/>
                      <a:pt x="236" y="342"/>
                      <a:pt x="264" y="342"/>
                    </a:cubicBezTo>
                    <a:cubicBezTo>
                      <a:pt x="288" y="342"/>
                      <a:pt x="303" y="339"/>
                      <a:pt x="311" y="334"/>
                    </a:cubicBezTo>
                    <a:cubicBezTo>
                      <a:pt x="318" y="329"/>
                      <a:pt x="322" y="318"/>
                      <a:pt x="321" y="301"/>
                    </a:cubicBezTo>
                    <a:lnTo>
                      <a:pt x="321" y="290"/>
                    </a:lnTo>
                    <a:lnTo>
                      <a:pt x="370" y="290"/>
                    </a:lnTo>
                    <a:lnTo>
                      <a:pt x="370" y="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l"/>
              </a:p>
            </p:txBody>
          </p:sp>
          <p:sp>
            <p:nvSpPr>
              <p:cNvPr id="136" name="Bullet5" descr="7afc5512-851a-4e8f-96d7-0ef41223540b"/>
              <p:cNvSpPr/>
              <p:nvPr>
                <p:custDataLst>
                  <p:tags r:id="rId64"/>
                </p:custDataLst>
              </p:nvPr>
            </p:nvSpPr>
            <p:spPr>
              <a:xfrm>
                <a:off x="768768" y="5093575"/>
                <a:ext cx="2553764" cy="37782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 lnSpcReduction="20000"/>
              </a:bodyPr>
              <a:lstStyle/>
              <a:p>
                <a:pPr algn="r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自然语言处理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37" name="Text5" descr="b87c8f6d-c231-4e75-80b5-18c61e154172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649075" y="5471109"/>
                <a:ext cx="2673701" cy="6474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在文本分析和机器翻译中，KMP算法用于快速识别语言模式，提高处理速度。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</p:grpSp>
        <p:grpSp>
          <p:nvGrpSpPr>
            <p:cNvPr id="14" name="组合 13" descr="7b4ecf21-e9be-45da-8b49-38f2d6b1e4ed"/>
            <p:cNvGrpSpPr/>
            <p:nvPr/>
          </p:nvGrpSpPr>
          <p:grpSpPr>
            <a:xfrm>
              <a:off x="8053452" y="5093575"/>
              <a:ext cx="3460579" cy="1025526"/>
              <a:chOff x="8053452" y="5093575"/>
              <a:chExt cx="3460579" cy="1025526"/>
            </a:xfrm>
          </p:grpSpPr>
          <p:sp>
            <p:nvSpPr>
              <p:cNvPr id="120" name="IconBackground6" descr="7256e571-fd65-49f9-a9d6-4213516424c8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8053452" y="5194282"/>
                <a:ext cx="711200" cy="647700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txBody>
              <a:bodyPr wrap="none" anchor="ctr"/>
              <a:lstStyle/>
              <a:p>
                <a:pPr algn="l"/>
              </a:p>
            </p:txBody>
          </p:sp>
          <p:sp>
            <p:nvSpPr>
              <p:cNvPr id="121" name="Icon6" descr="36709c19-2663-4818-8c5e-dfc2d55591f5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8196445" y="5305861"/>
                <a:ext cx="425215" cy="424542"/>
              </a:xfrm>
              <a:custGeom>
                <a:avLst/>
                <a:gdLst>
                  <a:gd name="T0" fmla="*/ 253 w 507"/>
                  <a:gd name="T1" fmla="*/ 507 h 507"/>
                  <a:gd name="T2" fmla="*/ 0 w 507"/>
                  <a:gd name="T3" fmla="*/ 253 h 507"/>
                  <a:gd name="T4" fmla="*/ 253 w 507"/>
                  <a:gd name="T5" fmla="*/ 0 h 507"/>
                  <a:gd name="T6" fmla="*/ 507 w 507"/>
                  <a:gd name="T7" fmla="*/ 253 h 507"/>
                  <a:gd name="T8" fmla="*/ 253 w 507"/>
                  <a:gd name="T9" fmla="*/ 507 h 507"/>
                  <a:gd name="T10" fmla="*/ 253 w 507"/>
                  <a:gd name="T11" fmla="*/ 67 h 507"/>
                  <a:gd name="T12" fmla="*/ 67 w 507"/>
                  <a:gd name="T13" fmla="*/ 253 h 507"/>
                  <a:gd name="T14" fmla="*/ 253 w 507"/>
                  <a:gd name="T15" fmla="*/ 440 h 507"/>
                  <a:gd name="T16" fmla="*/ 440 w 507"/>
                  <a:gd name="T17" fmla="*/ 253 h 507"/>
                  <a:gd name="T18" fmla="*/ 253 w 507"/>
                  <a:gd name="T19" fmla="*/ 67 h 507"/>
                  <a:gd name="T20" fmla="*/ 370 w 507"/>
                  <a:gd name="T21" fmla="*/ 299 h 507"/>
                  <a:gd name="T22" fmla="*/ 344 w 507"/>
                  <a:gd name="T23" fmla="*/ 371 h 507"/>
                  <a:gd name="T24" fmla="*/ 264 w 507"/>
                  <a:gd name="T25" fmla="*/ 383 h 507"/>
                  <a:gd name="T26" fmla="*/ 175 w 507"/>
                  <a:gd name="T27" fmla="*/ 359 h 507"/>
                  <a:gd name="T28" fmla="*/ 160 w 507"/>
                  <a:gd name="T29" fmla="*/ 301 h 507"/>
                  <a:gd name="T30" fmla="*/ 137 w 507"/>
                  <a:gd name="T31" fmla="*/ 301 h 507"/>
                  <a:gd name="T32" fmla="*/ 142 w 507"/>
                  <a:gd name="T33" fmla="*/ 269 h 507"/>
                  <a:gd name="T34" fmla="*/ 158 w 507"/>
                  <a:gd name="T35" fmla="*/ 269 h 507"/>
                  <a:gd name="T36" fmla="*/ 157 w 507"/>
                  <a:gd name="T37" fmla="*/ 238 h 507"/>
                  <a:gd name="T38" fmla="*/ 137 w 507"/>
                  <a:gd name="T39" fmla="*/ 238 h 507"/>
                  <a:gd name="T40" fmla="*/ 142 w 507"/>
                  <a:gd name="T41" fmla="*/ 206 h 507"/>
                  <a:gd name="T42" fmla="*/ 158 w 507"/>
                  <a:gd name="T43" fmla="*/ 206 h 507"/>
                  <a:gd name="T44" fmla="*/ 181 w 507"/>
                  <a:gd name="T45" fmla="*/ 143 h 507"/>
                  <a:gd name="T46" fmla="*/ 276 w 507"/>
                  <a:gd name="T47" fmla="*/ 123 h 507"/>
                  <a:gd name="T48" fmla="*/ 349 w 507"/>
                  <a:gd name="T49" fmla="*/ 140 h 507"/>
                  <a:gd name="T50" fmla="*/ 367 w 507"/>
                  <a:gd name="T51" fmla="*/ 205 h 507"/>
                  <a:gd name="T52" fmla="*/ 367 w 507"/>
                  <a:gd name="T53" fmla="*/ 211 h 507"/>
                  <a:gd name="T54" fmla="*/ 319 w 507"/>
                  <a:gd name="T55" fmla="*/ 211 h 507"/>
                  <a:gd name="T56" fmla="*/ 319 w 507"/>
                  <a:gd name="T57" fmla="*/ 204 h 507"/>
                  <a:gd name="T58" fmla="*/ 306 w 507"/>
                  <a:gd name="T59" fmla="*/ 170 h 507"/>
                  <a:gd name="T60" fmla="*/ 266 w 507"/>
                  <a:gd name="T61" fmla="*/ 165 h 507"/>
                  <a:gd name="T62" fmla="*/ 216 w 507"/>
                  <a:gd name="T63" fmla="*/ 176 h 507"/>
                  <a:gd name="T64" fmla="*/ 208 w 507"/>
                  <a:gd name="T65" fmla="*/ 206 h 507"/>
                  <a:gd name="T66" fmla="*/ 296 w 507"/>
                  <a:gd name="T67" fmla="*/ 206 h 507"/>
                  <a:gd name="T68" fmla="*/ 291 w 507"/>
                  <a:gd name="T69" fmla="*/ 238 h 507"/>
                  <a:gd name="T70" fmla="*/ 206 w 507"/>
                  <a:gd name="T71" fmla="*/ 238 h 507"/>
                  <a:gd name="T72" fmla="*/ 206 w 507"/>
                  <a:gd name="T73" fmla="*/ 242 h 507"/>
                  <a:gd name="T74" fmla="*/ 207 w 507"/>
                  <a:gd name="T75" fmla="*/ 269 h 507"/>
                  <a:gd name="T76" fmla="*/ 287 w 507"/>
                  <a:gd name="T77" fmla="*/ 269 h 507"/>
                  <a:gd name="T78" fmla="*/ 282 w 507"/>
                  <a:gd name="T79" fmla="*/ 301 h 507"/>
                  <a:gd name="T80" fmla="*/ 208 w 507"/>
                  <a:gd name="T81" fmla="*/ 301 h 507"/>
                  <a:gd name="T82" fmla="*/ 215 w 507"/>
                  <a:gd name="T83" fmla="*/ 328 h 507"/>
                  <a:gd name="T84" fmla="*/ 264 w 507"/>
                  <a:gd name="T85" fmla="*/ 342 h 507"/>
                  <a:gd name="T86" fmla="*/ 311 w 507"/>
                  <a:gd name="T87" fmla="*/ 334 h 507"/>
                  <a:gd name="T88" fmla="*/ 321 w 507"/>
                  <a:gd name="T89" fmla="*/ 301 h 507"/>
                  <a:gd name="T90" fmla="*/ 321 w 507"/>
                  <a:gd name="T91" fmla="*/ 290 h 507"/>
                  <a:gd name="T92" fmla="*/ 370 w 507"/>
                  <a:gd name="T93" fmla="*/ 290 h 507"/>
                  <a:gd name="T94" fmla="*/ 370 w 507"/>
                  <a:gd name="T95" fmla="*/ 299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07" h="507">
                    <a:moveTo>
                      <a:pt x="253" y="507"/>
                    </a:moveTo>
                    <a:cubicBezTo>
                      <a:pt x="114" y="507"/>
                      <a:pt x="0" y="393"/>
                      <a:pt x="0" y="253"/>
                    </a:cubicBezTo>
                    <a:cubicBezTo>
                      <a:pt x="0" y="114"/>
                      <a:pt x="114" y="0"/>
                      <a:pt x="253" y="0"/>
                    </a:cubicBezTo>
                    <a:cubicBezTo>
                      <a:pt x="393" y="0"/>
                      <a:pt x="507" y="114"/>
                      <a:pt x="507" y="253"/>
                    </a:cubicBezTo>
                    <a:cubicBezTo>
                      <a:pt x="507" y="393"/>
                      <a:pt x="393" y="507"/>
                      <a:pt x="253" y="507"/>
                    </a:cubicBezTo>
                    <a:close/>
                    <a:moveTo>
                      <a:pt x="253" y="67"/>
                    </a:moveTo>
                    <a:cubicBezTo>
                      <a:pt x="150" y="67"/>
                      <a:pt x="67" y="150"/>
                      <a:pt x="67" y="253"/>
                    </a:cubicBezTo>
                    <a:cubicBezTo>
                      <a:pt x="67" y="356"/>
                      <a:pt x="150" y="440"/>
                      <a:pt x="253" y="440"/>
                    </a:cubicBezTo>
                    <a:cubicBezTo>
                      <a:pt x="356" y="440"/>
                      <a:pt x="440" y="356"/>
                      <a:pt x="440" y="253"/>
                    </a:cubicBezTo>
                    <a:cubicBezTo>
                      <a:pt x="440" y="150"/>
                      <a:pt x="356" y="67"/>
                      <a:pt x="253" y="67"/>
                    </a:cubicBezTo>
                    <a:close/>
                    <a:moveTo>
                      <a:pt x="370" y="299"/>
                    </a:moveTo>
                    <a:cubicBezTo>
                      <a:pt x="370" y="336"/>
                      <a:pt x="361" y="360"/>
                      <a:pt x="344" y="371"/>
                    </a:cubicBezTo>
                    <a:cubicBezTo>
                      <a:pt x="332" y="379"/>
                      <a:pt x="305" y="383"/>
                      <a:pt x="264" y="383"/>
                    </a:cubicBezTo>
                    <a:cubicBezTo>
                      <a:pt x="216" y="383"/>
                      <a:pt x="186" y="375"/>
                      <a:pt x="175" y="359"/>
                    </a:cubicBezTo>
                    <a:cubicBezTo>
                      <a:pt x="168" y="349"/>
                      <a:pt x="163" y="330"/>
                      <a:pt x="160" y="301"/>
                    </a:cubicBezTo>
                    <a:lnTo>
                      <a:pt x="137" y="301"/>
                    </a:lnTo>
                    <a:lnTo>
                      <a:pt x="142" y="269"/>
                    </a:lnTo>
                    <a:lnTo>
                      <a:pt x="158" y="269"/>
                    </a:lnTo>
                    <a:cubicBezTo>
                      <a:pt x="158" y="260"/>
                      <a:pt x="157" y="249"/>
                      <a:pt x="157" y="238"/>
                    </a:cubicBezTo>
                    <a:lnTo>
                      <a:pt x="137" y="238"/>
                    </a:lnTo>
                    <a:lnTo>
                      <a:pt x="142" y="206"/>
                    </a:lnTo>
                    <a:lnTo>
                      <a:pt x="158" y="206"/>
                    </a:lnTo>
                    <a:cubicBezTo>
                      <a:pt x="160" y="175"/>
                      <a:pt x="168" y="154"/>
                      <a:pt x="181" y="143"/>
                    </a:cubicBezTo>
                    <a:cubicBezTo>
                      <a:pt x="196" y="130"/>
                      <a:pt x="228" y="123"/>
                      <a:pt x="276" y="123"/>
                    </a:cubicBezTo>
                    <a:cubicBezTo>
                      <a:pt x="312" y="123"/>
                      <a:pt x="337" y="129"/>
                      <a:pt x="349" y="140"/>
                    </a:cubicBezTo>
                    <a:cubicBezTo>
                      <a:pt x="360" y="150"/>
                      <a:pt x="366" y="171"/>
                      <a:pt x="367" y="205"/>
                    </a:cubicBezTo>
                    <a:lnTo>
                      <a:pt x="367" y="211"/>
                    </a:lnTo>
                    <a:lnTo>
                      <a:pt x="319" y="211"/>
                    </a:lnTo>
                    <a:lnTo>
                      <a:pt x="319" y="204"/>
                    </a:lnTo>
                    <a:cubicBezTo>
                      <a:pt x="319" y="186"/>
                      <a:pt x="314" y="175"/>
                      <a:pt x="306" y="170"/>
                    </a:cubicBezTo>
                    <a:cubicBezTo>
                      <a:pt x="300" y="167"/>
                      <a:pt x="287" y="165"/>
                      <a:pt x="266" y="165"/>
                    </a:cubicBezTo>
                    <a:cubicBezTo>
                      <a:pt x="239" y="165"/>
                      <a:pt x="222" y="169"/>
                      <a:pt x="216" y="176"/>
                    </a:cubicBezTo>
                    <a:cubicBezTo>
                      <a:pt x="212" y="181"/>
                      <a:pt x="209" y="191"/>
                      <a:pt x="208" y="206"/>
                    </a:cubicBezTo>
                    <a:lnTo>
                      <a:pt x="296" y="206"/>
                    </a:lnTo>
                    <a:lnTo>
                      <a:pt x="291" y="238"/>
                    </a:lnTo>
                    <a:lnTo>
                      <a:pt x="206" y="238"/>
                    </a:lnTo>
                    <a:lnTo>
                      <a:pt x="206" y="242"/>
                    </a:lnTo>
                    <a:cubicBezTo>
                      <a:pt x="206" y="251"/>
                      <a:pt x="207" y="260"/>
                      <a:pt x="207" y="269"/>
                    </a:cubicBezTo>
                    <a:lnTo>
                      <a:pt x="287" y="269"/>
                    </a:lnTo>
                    <a:lnTo>
                      <a:pt x="282" y="301"/>
                    </a:lnTo>
                    <a:lnTo>
                      <a:pt x="208" y="301"/>
                    </a:lnTo>
                    <a:cubicBezTo>
                      <a:pt x="210" y="315"/>
                      <a:pt x="212" y="324"/>
                      <a:pt x="215" y="328"/>
                    </a:cubicBezTo>
                    <a:cubicBezTo>
                      <a:pt x="220" y="337"/>
                      <a:pt x="236" y="342"/>
                      <a:pt x="264" y="342"/>
                    </a:cubicBezTo>
                    <a:cubicBezTo>
                      <a:pt x="288" y="342"/>
                      <a:pt x="303" y="339"/>
                      <a:pt x="311" y="334"/>
                    </a:cubicBezTo>
                    <a:cubicBezTo>
                      <a:pt x="318" y="329"/>
                      <a:pt x="322" y="318"/>
                      <a:pt x="321" y="301"/>
                    </a:cubicBezTo>
                    <a:lnTo>
                      <a:pt x="321" y="290"/>
                    </a:lnTo>
                    <a:lnTo>
                      <a:pt x="370" y="290"/>
                    </a:lnTo>
                    <a:lnTo>
                      <a:pt x="370" y="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l"/>
              </a:p>
            </p:txBody>
          </p:sp>
          <p:sp>
            <p:nvSpPr>
              <p:cNvPr id="118" name="Bullet6" descr="d9f7792a-158f-4935-b9ac-5a48f1d3da07"/>
              <p:cNvSpPr/>
              <p:nvPr>
                <p:custDataLst>
                  <p:tags r:id="rId68"/>
                </p:custDataLst>
              </p:nvPr>
            </p:nvSpPr>
            <p:spPr>
              <a:xfrm>
                <a:off x="8936172" y="5093575"/>
                <a:ext cx="2577859" cy="377825"/>
              </a:xfrm>
              <a:prstGeom prst="rect">
                <a:avLst/>
              </a:prstGeom>
              <a:noFill/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 lnSpcReduction="20000"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网络入侵检测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19" name="Text6" descr="1b7d038c-ec48-41f1-8f33-b9691a6c11eb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8936172" y="5471401"/>
                <a:ext cx="2577859" cy="647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latin typeface="思源黑体 CN Normal" panose="020B0400000000000000" charset="-122"/>
                  </a:rPr>
                  <a:t>KMP算法能够快速匹配网络数据包中的恶意代码，增强网络安全性。</a:t>
                </a:r>
                <a:endParaRPr lang="en-US" sz="1200" b="0" i="0" u="none">
                  <a:solidFill>
                    <a:srgbClr val="2F2F2F"/>
                  </a:solidFill>
                  <a:latin typeface="思源黑体 CN Normal" panose="020B0400000000000000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457fe7e-c8ec-455f-b1c4-b6027bdb496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A5888"/>
                </a:solidFill>
                <a:ea typeface="思源黑体 CN Bold" panose="020B0800000000000000" charset="-122"/>
              </a:rPr>
              <a:t>未来展望(KMP</a:t>
            </a:r>
            <a:r>
              <a:rPr lang="zh-CN" altLang="en-US" sz="2800" b="1" i="0" u="none">
                <a:solidFill>
                  <a:srgbClr val="2A5888"/>
                </a:solidFill>
                <a:ea typeface="思源黑体 CN Bold" panose="020B0800000000000000" charset="-122"/>
              </a:rPr>
              <a:t>算法的未来发展</a:t>
            </a:r>
            <a:r>
              <a:rPr lang="en-US" sz="2800" b="1" i="0" u="none">
                <a:solidFill>
                  <a:srgbClr val="2A5888"/>
                </a:solidFill>
                <a:ea typeface="思源黑体 CN Bold" panose="020B0800000000000000" charset="-122"/>
              </a:rPr>
              <a:t>)</a:t>
            </a:r>
            <a:endParaRPr lang="en-US" sz="2800" b="1" i="0" u="none">
              <a:solidFill>
                <a:srgbClr val="2A5888"/>
              </a:solidFill>
              <a:ea typeface="思源黑体 CN Bold" panose="020B0800000000000000" charset="-122"/>
            </a:endParaRPr>
          </a:p>
        </p:txBody>
      </p:sp>
      <p:grpSp>
        <p:nvGrpSpPr>
          <p:cNvPr id="16" name="218cba01-63e4-410e-aab1-e749ab55442c.source.5.zh-Hans.pptx" descr="24702415-0092-45c0-84c2-96a9c3991e21"/>
          <p:cNvGrpSpPr/>
          <p:nvPr/>
        </p:nvGrpSpPr>
        <p:grpSpPr>
          <a:xfrm>
            <a:off x="660400" y="1922669"/>
            <a:ext cx="10871200" cy="3501246"/>
            <a:chOff x="660400" y="2506869"/>
            <a:chExt cx="10871200" cy="3501246"/>
          </a:xfrm>
        </p:grpSpPr>
        <p:grpSp>
          <p:nvGrpSpPr>
            <p:cNvPr id="4" name="组合 3" descr="b074f57c-9d41-4546-851e-34f7476d422c"/>
            <p:cNvGrpSpPr/>
            <p:nvPr/>
          </p:nvGrpSpPr>
          <p:grpSpPr>
            <a:xfrm>
              <a:off x="660400" y="2506869"/>
              <a:ext cx="2051189" cy="3501246"/>
              <a:chOff x="660400" y="2506869"/>
              <a:chExt cx="2051189" cy="3501246"/>
            </a:xfrm>
          </p:grpSpPr>
          <p:sp>
            <p:nvSpPr>
              <p:cNvPr id="5" name="ComponentBackground1" descr="578000f5-d3e0-49e4-b53e-f337950970f4"/>
              <p:cNvSpPr/>
              <p:nvPr/>
            </p:nvSpPr>
            <p:spPr>
              <a:xfrm>
                <a:off x="660400" y="2728979"/>
                <a:ext cx="2051189" cy="3279136"/>
              </a:xfrm>
              <a:prstGeom prst="roundRect">
                <a:avLst>
                  <a:gd name="adj" fmla="val 4070"/>
                </a:avLst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6" name="Text1" descr="a1a10122-10fb-4e63-a6d5-9c9dd4878d44"/>
              <p:cNvSpPr txBox="1"/>
              <p:nvPr/>
            </p:nvSpPr>
            <p:spPr>
              <a:xfrm>
                <a:off x="795260" y="3878626"/>
                <a:ext cx="1788964" cy="1849073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200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随着计算能力的提升，KMP算法有望在更多复杂场景中发挥作用。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  <p:sp>
            <p:nvSpPr>
              <p:cNvPr id="13" name="IconBackground1" descr="7c7f6a10-4f2c-4394-b546-dc229dd47a61"/>
              <p:cNvSpPr/>
              <p:nvPr/>
            </p:nvSpPr>
            <p:spPr>
              <a:xfrm>
                <a:off x="1463883" y="2506869"/>
                <a:ext cx="444222" cy="44422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" name="Icon1" descr="c9c08d00-ff4d-443a-a989-c2c040f67abb"/>
              <p:cNvSpPr/>
              <p:nvPr/>
            </p:nvSpPr>
            <p:spPr bwMode="auto">
              <a:xfrm>
                <a:off x="1583214" y="2651894"/>
                <a:ext cx="205561" cy="15417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l"/>
              </a:p>
            </p:txBody>
          </p:sp>
          <p:sp>
            <p:nvSpPr>
              <p:cNvPr id="10" name="Bullet1" descr="4aefb73d-24fb-474c-82a4-c657d4444add"/>
              <p:cNvSpPr txBox="1"/>
              <p:nvPr/>
            </p:nvSpPr>
            <p:spPr>
              <a:xfrm>
                <a:off x="786694" y="3106728"/>
                <a:ext cx="1795355" cy="64633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技术发展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</p:grpSp>
        <p:grpSp>
          <p:nvGrpSpPr>
            <p:cNvPr id="8" name="组合 7" descr="ec233007-2fb8-425c-8d91-33c74124a90e"/>
            <p:cNvGrpSpPr/>
            <p:nvPr/>
          </p:nvGrpSpPr>
          <p:grpSpPr>
            <a:xfrm>
              <a:off x="2865403" y="2506869"/>
              <a:ext cx="2051189" cy="3501246"/>
              <a:chOff x="2865403" y="2506869"/>
              <a:chExt cx="2051189" cy="3501246"/>
            </a:xfrm>
          </p:grpSpPr>
          <p:sp>
            <p:nvSpPr>
              <p:cNvPr id="56" name="ComponentBackground2" descr="bec4a560-7ff2-4770-bd1d-04759473932b"/>
              <p:cNvSpPr/>
              <p:nvPr/>
            </p:nvSpPr>
            <p:spPr>
              <a:xfrm>
                <a:off x="2865403" y="2728979"/>
                <a:ext cx="2051189" cy="3279136"/>
              </a:xfrm>
              <a:prstGeom prst="roundRect">
                <a:avLst>
                  <a:gd name="adj" fmla="val 4070"/>
                </a:avLst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7" name="Text2" descr="30039ecb-ed3e-4bda-a992-fce39b845267"/>
              <p:cNvSpPr txBox="1"/>
              <p:nvPr/>
            </p:nvSpPr>
            <p:spPr>
              <a:xfrm>
                <a:off x="3000263" y="3878626"/>
                <a:ext cx="1788964" cy="1849073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200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预计在人工智能、大数据分析等领域，KMP算法将得到广泛应用。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  <p:sp>
            <p:nvSpPr>
              <p:cNvPr id="59" name="Bullet2" descr="23777563-7038-40b0-a89d-65242d20d2e6"/>
              <p:cNvSpPr txBox="1"/>
              <p:nvPr/>
            </p:nvSpPr>
            <p:spPr>
              <a:xfrm>
                <a:off x="2991697" y="3106728"/>
                <a:ext cx="1795355" cy="64633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新兴领域应用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08" name="IconBackground2" descr="cc5ed146-ddd0-4c03-b22b-4a6f058fd56a"/>
              <p:cNvSpPr/>
              <p:nvPr/>
            </p:nvSpPr>
            <p:spPr>
              <a:xfrm>
                <a:off x="3668886" y="2506869"/>
                <a:ext cx="444222" cy="444220"/>
              </a:xfrm>
              <a:prstGeom prst="ellipse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9" name="Icon2" descr="aa778dd9-b95a-4549-8e3a-1bef3782ca67"/>
              <p:cNvSpPr/>
              <p:nvPr/>
            </p:nvSpPr>
            <p:spPr bwMode="auto">
              <a:xfrm>
                <a:off x="3788216" y="2635376"/>
                <a:ext cx="205561" cy="187207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9" name="组合 8" descr="81c75d43-e72f-40fb-90e8-8566c5e4a816"/>
            <p:cNvGrpSpPr/>
            <p:nvPr/>
          </p:nvGrpSpPr>
          <p:grpSpPr>
            <a:xfrm>
              <a:off x="5070406" y="2506869"/>
              <a:ext cx="2051189" cy="3501246"/>
              <a:chOff x="5070406" y="2506869"/>
              <a:chExt cx="2051189" cy="3501246"/>
            </a:xfrm>
          </p:grpSpPr>
          <p:sp>
            <p:nvSpPr>
              <p:cNvPr id="63" name="ComponentBackground3" descr="8f5282ac-a8b7-4e78-b6ff-449211f339cd"/>
              <p:cNvSpPr/>
              <p:nvPr/>
            </p:nvSpPr>
            <p:spPr>
              <a:xfrm>
                <a:off x="5070406" y="2728979"/>
                <a:ext cx="2051189" cy="3279136"/>
              </a:xfrm>
              <a:prstGeom prst="roundRect">
                <a:avLst>
                  <a:gd name="adj" fmla="val 4070"/>
                </a:avLst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64" name="Text3" descr="7f693306-c46c-44e0-810c-8c1f364196be"/>
              <p:cNvSpPr txBox="1"/>
              <p:nvPr/>
            </p:nvSpPr>
            <p:spPr>
              <a:xfrm>
                <a:off x="5205266" y="3878626"/>
                <a:ext cx="1788964" cy="1849073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200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未来研究可聚焦于进一步优化失效函数的计算效率和空间占用。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  <p:sp>
            <p:nvSpPr>
              <p:cNvPr id="66" name="Bullet3" descr="f5093b44-22ba-4567-9a74-d50a46e93e99"/>
              <p:cNvSpPr txBox="1"/>
              <p:nvPr/>
            </p:nvSpPr>
            <p:spPr>
              <a:xfrm>
                <a:off x="5196700" y="3106728"/>
                <a:ext cx="1795355" cy="64633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算法优化方向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02" name="IconBackground3" descr="4308f32b-223d-494e-9538-b95b9810beb9"/>
              <p:cNvSpPr/>
              <p:nvPr/>
            </p:nvSpPr>
            <p:spPr>
              <a:xfrm>
                <a:off x="5873889" y="2506869"/>
                <a:ext cx="444222" cy="444220"/>
              </a:xfrm>
              <a:prstGeom prst="ellipse">
                <a:avLst/>
              </a:prstGeom>
              <a:solidFill>
                <a:schemeClr val="accent6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6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3" name="Icon3" descr="e5e411f9-70ea-4837-adf2-c0d73e367781"/>
              <p:cNvSpPr/>
              <p:nvPr/>
            </p:nvSpPr>
            <p:spPr bwMode="auto">
              <a:xfrm>
                <a:off x="6011573" y="2626199"/>
                <a:ext cx="168853" cy="205561"/>
              </a:xfrm>
              <a:custGeom>
                <a:avLst/>
                <a:gdLst>
                  <a:gd name="connsiteX0" fmla="*/ 283816 w 438150"/>
                  <a:gd name="connsiteY0" fmla="*/ 621 h 533400"/>
                  <a:gd name="connsiteX1" fmla="*/ 286102 w 438150"/>
                  <a:gd name="connsiteY1" fmla="*/ 716 h 533400"/>
                  <a:gd name="connsiteX2" fmla="*/ 286102 w 438150"/>
                  <a:gd name="connsiteY2" fmla="*/ 124446 h 533400"/>
                  <a:gd name="connsiteX3" fmla="*/ 286197 w 438150"/>
                  <a:gd name="connsiteY3" fmla="*/ 126160 h 533400"/>
                  <a:gd name="connsiteX4" fmla="*/ 314677 w 438150"/>
                  <a:gd name="connsiteY4" fmla="*/ 153021 h 533400"/>
                  <a:gd name="connsiteX5" fmla="*/ 314677 w 438150"/>
                  <a:gd name="connsiteY5" fmla="*/ 153021 h 533400"/>
                  <a:gd name="connsiteX6" fmla="*/ 438407 w 438150"/>
                  <a:gd name="connsiteY6" fmla="*/ 153021 h 533400"/>
                  <a:gd name="connsiteX7" fmla="*/ 438502 w 438150"/>
                  <a:gd name="connsiteY7" fmla="*/ 155307 h 533400"/>
                  <a:gd name="connsiteX8" fmla="*/ 438502 w 438150"/>
                  <a:gd name="connsiteY8" fmla="*/ 505446 h 533400"/>
                  <a:gd name="connsiteX9" fmla="*/ 409927 w 438150"/>
                  <a:gd name="connsiteY9" fmla="*/ 534021 h 533400"/>
                  <a:gd name="connsiteX10" fmla="*/ 28927 w 438150"/>
                  <a:gd name="connsiteY10" fmla="*/ 534021 h 533400"/>
                  <a:gd name="connsiteX11" fmla="*/ 352 w 438150"/>
                  <a:gd name="connsiteY11" fmla="*/ 505446 h 533400"/>
                  <a:gd name="connsiteX12" fmla="*/ 352 w 438150"/>
                  <a:gd name="connsiteY12" fmla="*/ 29196 h 533400"/>
                  <a:gd name="connsiteX13" fmla="*/ 28927 w 438150"/>
                  <a:gd name="connsiteY13" fmla="*/ 621 h 533400"/>
                  <a:gd name="connsiteX14" fmla="*/ 283816 w 438150"/>
                  <a:gd name="connsiteY14" fmla="*/ 621 h 533400"/>
                  <a:gd name="connsiteX15" fmla="*/ 248002 w 438150"/>
                  <a:gd name="connsiteY15" fmla="*/ 200646 h 533400"/>
                  <a:gd name="connsiteX16" fmla="*/ 152752 w 438150"/>
                  <a:gd name="connsiteY16" fmla="*/ 200646 h 533400"/>
                  <a:gd name="connsiteX17" fmla="*/ 152752 w 438150"/>
                  <a:gd name="connsiteY17" fmla="*/ 410196 h 533400"/>
                  <a:gd name="connsiteX18" fmla="*/ 171802 w 438150"/>
                  <a:gd name="connsiteY18" fmla="*/ 410196 h 533400"/>
                  <a:gd name="connsiteX19" fmla="*/ 171802 w 438150"/>
                  <a:gd name="connsiteY19" fmla="*/ 314946 h 533400"/>
                  <a:gd name="connsiteX20" fmla="*/ 248002 w 438150"/>
                  <a:gd name="connsiteY20" fmla="*/ 314946 h 533400"/>
                  <a:gd name="connsiteX21" fmla="*/ 250098 w 438150"/>
                  <a:gd name="connsiteY21" fmla="*/ 314946 h 533400"/>
                  <a:gd name="connsiteX22" fmla="*/ 305152 w 438150"/>
                  <a:gd name="connsiteY22" fmla="*/ 257796 h 533400"/>
                  <a:gd name="connsiteX23" fmla="*/ 248002 w 438150"/>
                  <a:gd name="connsiteY23" fmla="*/ 200646 h 533400"/>
                  <a:gd name="connsiteX24" fmla="*/ 248002 w 438150"/>
                  <a:gd name="connsiteY24" fmla="*/ 200646 h 533400"/>
                  <a:gd name="connsiteX25" fmla="*/ 248002 w 438150"/>
                  <a:gd name="connsiteY25" fmla="*/ 219696 h 533400"/>
                  <a:gd name="connsiteX26" fmla="*/ 286102 w 438150"/>
                  <a:gd name="connsiteY26" fmla="*/ 257796 h 533400"/>
                  <a:gd name="connsiteX27" fmla="*/ 248002 w 438150"/>
                  <a:gd name="connsiteY27" fmla="*/ 295896 h 533400"/>
                  <a:gd name="connsiteX28" fmla="*/ 248002 w 438150"/>
                  <a:gd name="connsiteY28" fmla="*/ 295896 h 533400"/>
                  <a:gd name="connsiteX29" fmla="*/ 171802 w 438150"/>
                  <a:gd name="connsiteY29" fmla="*/ 295896 h 533400"/>
                  <a:gd name="connsiteX30" fmla="*/ 171802 w 438150"/>
                  <a:gd name="connsiteY30" fmla="*/ 219696 h 533400"/>
                  <a:gd name="connsiteX31" fmla="*/ 248002 w 438150"/>
                  <a:gd name="connsiteY31" fmla="*/ 219696 h 533400"/>
                  <a:gd name="connsiteX32" fmla="*/ 428977 w 438150"/>
                  <a:gd name="connsiteY32" fmla="*/ 133971 h 533400"/>
                  <a:gd name="connsiteX33" fmla="*/ 314677 w 438150"/>
                  <a:gd name="connsiteY33" fmla="*/ 133971 h 533400"/>
                  <a:gd name="connsiteX34" fmla="*/ 313534 w 438150"/>
                  <a:gd name="connsiteY34" fmla="*/ 133876 h 533400"/>
                  <a:gd name="connsiteX35" fmla="*/ 305152 w 438150"/>
                  <a:gd name="connsiteY35" fmla="*/ 124446 h 533400"/>
                  <a:gd name="connsiteX36" fmla="*/ 305152 w 438150"/>
                  <a:gd name="connsiteY36" fmla="*/ 124446 h 533400"/>
                  <a:gd name="connsiteX37" fmla="*/ 305152 w 438150"/>
                  <a:gd name="connsiteY37" fmla="*/ 10146 h 533400"/>
                  <a:gd name="connsiteX38" fmla="*/ 428977 w 438150"/>
                  <a:gd name="connsiteY38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38150" h="533400">
                    <a:moveTo>
                      <a:pt x="283816" y="621"/>
                    </a:moveTo>
                    <a:cubicBezTo>
                      <a:pt x="284578" y="621"/>
                      <a:pt x="285340" y="621"/>
                      <a:pt x="286102" y="716"/>
                    </a:cubicBezTo>
                    <a:lnTo>
                      <a:pt x="286102" y="124446"/>
                    </a:lnTo>
                    <a:lnTo>
                      <a:pt x="286197" y="126160"/>
                    </a:lnTo>
                    <a:cubicBezTo>
                      <a:pt x="287055" y="141115"/>
                      <a:pt x="299532" y="153021"/>
                      <a:pt x="314677" y="153021"/>
                    </a:cubicBezTo>
                    <a:lnTo>
                      <a:pt x="314677" y="153021"/>
                    </a:lnTo>
                    <a:lnTo>
                      <a:pt x="438407" y="153021"/>
                    </a:lnTo>
                    <a:cubicBezTo>
                      <a:pt x="438502" y="153783"/>
                      <a:pt x="438502" y="154545"/>
                      <a:pt x="438502" y="155307"/>
                    </a:cubicBezTo>
                    <a:lnTo>
                      <a:pt x="438502" y="505446"/>
                    </a:lnTo>
                    <a:cubicBezTo>
                      <a:pt x="438502" y="521257"/>
                      <a:pt x="425739" y="534021"/>
                      <a:pt x="409927" y="534021"/>
                    </a:cubicBezTo>
                    <a:lnTo>
                      <a:pt x="28927" y="534021"/>
                    </a:lnTo>
                    <a:cubicBezTo>
                      <a:pt x="13115" y="534021"/>
                      <a:pt x="352" y="521257"/>
                      <a:pt x="352" y="505446"/>
                    </a:cubicBezTo>
                    <a:lnTo>
                      <a:pt x="352" y="29196"/>
                    </a:lnTo>
                    <a:cubicBezTo>
                      <a:pt x="352" y="13385"/>
                      <a:pt x="13115" y="621"/>
                      <a:pt x="28927" y="621"/>
                    </a:cubicBezTo>
                    <a:lnTo>
                      <a:pt x="283816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14677" y="133971"/>
                    </a:lnTo>
                    <a:lnTo>
                      <a:pt x="313534" y="133876"/>
                    </a:lnTo>
                    <a:cubicBezTo>
                      <a:pt x="308772" y="133304"/>
                      <a:pt x="305152" y="129304"/>
                      <a:pt x="305152" y="124446"/>
                    </a:cubicBezTo>
                    <a:lnTo>
                      <a:pt x="305152" y="124446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11" name="组合 10" descr="d9204e60-cabf-48a6-8f0b-fe87aee4b9e2"/>
            <p:cNvGrpSpPr/>
            <p:nvPr/>
          </p:nvGrpSpPr>
          <p:grpSpPr>
            <a:xfrm>
              <a:off x="7275409" y="2506869"/>
              <a:ext cx="2051189" cy="3501246"/>
              <a:chOff x="7275409" y="2506869"/>
              <a:chExt cx="2051189" cy="3501246"/>
            </a:xfrm>
          </p:grpSpPr>
          <p:sp>
            <p:nvSpPr>
              <p:cNvPr id="70" name="ComponentBackground4" descr="05aa8c77-4387-4400-9300-2e380a2da365"/>
              <p:cNvSpPr/>
              <p:nvPr/>
            </p:nvSpPr>
            <p:spPr>
              <a:xfrm>
                <a:off x="7275409" y="2728979"/>
                <a:ext cx="2051189" cy="3279136"/>
              </a:xfrm>
              <a:prstGeom prst="roundRect">
                <a:avLst>
                  <a:gd name="adj" fmla="val 4070"/>
                </a:avLst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71" name="Text4" descr="03ce6db0-6de7-4f9c-81d9-256f4dd722b7"/>
              <p:cNvSpPr txBox="1"/>
              <p:nvPr/>
            </p:nvSpPr>
            <p:spPr>
              <a:xfrm>
                <a:off x="7410269" y="3878626"/>
                <a:ext cx="1788964" cy="1849073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200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latin typeface="思源黑体 CN Normal" panose="020B0400000000000000" charset="-122"/>
                  </a:rPr>
                  <a:t>KMP算法可与机器学习、统计学等学科融合，拓展应用范围。</a:t>
                </a:r>
                <a:endParaRPr lang="en-US" sz="1200" b="0" i="0" u="none">
                  <a:solidFill>
                    <a:srgbClr val="2F2F2F"/>
                  </a:solidFill>
                  <a:latin typeface="思源黑体 CN Normal" panose="020B0400000000000000" charset="-122"/>
                </a:endParaRPr>
              </a:p>
            </p:txBody>
          </p:sp>
          <p:sp>
            <p:nvSpPr>
              <p:cNvPr id="73" name="Bullet4" descr="a1fd180c-539b-406d-b3b8-86d2108cf0c6"/>
              <p:cNvSpPr txBox="1"/>
              <p:nvPr/>
            </p:nvSpPr>
            <p:spPr>
              <a:xfrm>
                <a:off x="7401703" y="3106728"/>
                <a:ext cx="1795355" cy="64633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跨学科融合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11" name="IconBackground4" descr="39dab9c2-ebab-4ac0-93c5-e76eff69a207"/>
              <p:cNvSpPr/>
              <p:nvPr/>
            </p:nvSpPr>
            <p:spPr>
              <a:xfrm>
                <a:off x="8078892" y="2506869"/>
                <a:ext cx="444222" cy="444220"/>
              </a:xfrm>
              <a:prstGeom prst="ellipse">
                <a:avLst/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5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2" name="Icon4" descr="b6127a5e-1c9b-42f5-a56e-a22d027b4eb0"/>
              <p:cNvSpPr/>
              <p:nvPr/>
            </p:nvSpPr>
            <p:spPr bwMode="auto">
              <a:xfrm>
                <a:off x="8207238" y="2626199"/>
                <a:ext cx="187529" cy="20556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id="12" name="组合 11" descr="a4941860-ffc7-4e47-b6ec-f281f784b622"/>
            <p:cNvGrpSpPr/>
            <p:nvPr/>
          </p:nvGrpSpPr>
          <p:grpSpPr>
            <a:xfrm>
              <a:off x="9480411" y="2506869"/>
              <a:ext cx="2051189" cy="3501246"/>
              <a:chOff x="9480411" y="2506869"/>
              <a:chExt cx="2051189" cy="3501246"/>
            </a:xfrm>
          </p:grpSpPr>
          <p:sp>
            <p:nvSpPr>
              <p:cNvPr id="77" name="ComponentBackground5" descr="4bf093e6-12ca-4b0c-9e5a-69c1f3c38ab5"/>
              <p:cNvSpPr/>
              <p:nvPr/>
            </p:nvSpPr>
            <p:spPr>
              <a:xfrm>
                <a:off x="9480411" y="2728979"/>
                <a:ext cx="2051189" cy="3279136"/>
              </a:xfrm>
              <a:prstGeom prst="roundRect">
                <a:avLst>
                  <a:gd name="adj" fmla="val 4070"/>
                </a:avLst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78" name="Text5" descr="59d2d0cc-496d-4f9d-8aae-e5d8229ab82e"/>
              <p:cNvSpPr txBox="1"/>
              <p:nvPr/>
            </p:nvSpPr>
            <p:spPr>
              <a:xfrm>
                <a:off x="9615271" y="3878626"/>
                <a:ext cx="1788964" cy="1849073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200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思源黑体 CN Normal" panose="020B0400000000000000" charset="-122"/>
                  </a:rPr>
                  <a:t>面对数据量的激增，KMP算法需克服计算复杂度的挑战，实现更高效的匹配。</a:t>
                </a:r>
                <a:endParaRPr lang="en-US" sz="1200" b="0" i="0" u="none">
                  <a:solidFill>
                    <a:srgbClr val="2F2F2F"/>
                  </a:solidFill>
                  <a:ea typeface="思源黑体 CN Normal" panose="020B0400000000000000" charset="-122"/>
                </a:endParaRPr>
              </a:p>
            </p:txBody>
          </p:sp>
          <p:sp>
            <p:nvSpPr>
              <p:cNvPr id="80" name="Bullet5" descr="90a4f870-8a31-4327-b362-32afc3669f5c"/>
              <p:cNvSpPr txBox="1"/>
              <p:nvPr/>
            </p:nvSpPr>
            <p:spPr>
              <a:xfrm>
                <a:off x="9606705" y="3106728"/>
                <a:ext cx="1795355" cy="646331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思源黑体 CN Bold" panose="020B0800000000000000" charset="-122"/>
                  </a:rPr>
                  <a:t>挑战与机遇</a:t>
                </a:r>
                <a:endParaRPr lang="en-US" sz="1800" b="1" i="0" u="none">
                  <a:solidFill>
                    <a:srgbClr val="2F2F2F"/>
                  </a:solidFill>
                  <a:ea typeface="思源黑体 CN Bold" panose="020B0800000000000000" charset="-122"/>
                </a:endParaRPr>
              </a:p>
            </p:txBody>
          </p:sp>
          <p:sp>
            <p:nvSpPr>
              <p:cNvPr id="105" name="IconBackground5" descr="30dfbeb1-7edd-4fbc-b463-f97cdccb579d"/>
              <p:cNvSpPr/>
              <p:nvPr/>
            </p:nvSpPr>
            <p:spPr>
              <a:xfrm>
                <a:off x="10283894" y="2506869"/>
                <a:ext cx="444222" cy="444220"/>
              </a:xfrm>
              <a:prstGeom prst="ellipse">
                <a:avLst/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4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6" name="Icon5" descr="519bf010-6b3a-4dbd-a916-19e330e68795"/>
              <p:cNvSpPr/>
              <p:nvPr/>
            </p:nvSpPr>
            <p:spPr bwMode="auto">
              <a:xfrm>
                <a:off x="10403224" y="2658896"/>
                <a:ext cx="205561" cy="163687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 descr="7cda4d65-ba29-4bfa-b709-835bf4badcb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21460" y="3199765"/>
            <a:ext cx="9436100" cy="1798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你走错了一步，不要从头开始走，而是退回到曾经你</a:t>
            </a:r>
            <a:r>
              <a:rPr lang="en-US" altLang="zh-CN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“</a:t>
            </a:r>
            <a:r>
              <a:rPr lang="zh-CN" altLang="en-US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走对过</a:t>
            </a:r>
            <a:r>
              <a:rPr lang="en-US" altLang="zh-CN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”</a:t>
            </a:r>
            <a:r>
              <a:rPr lang="zh-CN" altLang="en-US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的地方，再重新出发。</a:t>
            </a: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marL="3200400" lvl="7" indent="457200" algn="l">
              <a:lnSpc>
                <a:spcPct val="100000"/>
              </a:lnSpc>
              <a:spcBef>
                <a:spcPct val="0"/>
              </a:spcBef>
            </a:pP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5" name="标题 1" descr="7cda4d65-ba29-4bfa-b709-835bf4badcb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21460" y="1090295"/>
            <a:ext cx="9436100" cy="19431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一个人能走多远，不取决于他在顺境中能跑多快，而在于他在逆境中能否找到曾经的自己。</a:t>
            </a:r>
            <a:endParaRPr lang="zh-CN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2800" i="0" u="none">
                <a:solidFill>
                  <a:schemeClr val="accent1"/>
                </a:solidFill>
                <a:latin typeface="思源黑体 CN Bold" panose="020B0800000000000000" charset="-122"/>
                <a:sym typeface="+mn-ea"/>
              </a:rPr>
              <a:t>                               </a:t>
            </a:r>
            <a:endParaRPr lang="zh-CN" altLang="en-US" sz="2800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  <p:sp>
        <p:nvSpPr>
          <p:cNvPr id="2" name="标题 1" descr="7cda4d65-ba29-4bfa-b709-835bf4badcb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58595" y="4641215"/>
            <a:ext cx="9436100" cy="1096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57600" lvl="8" indent="457200" algn="r">
              <a:lnSpc>
                <a:spcPct val="100000"/>
              </a:lnSpc>
              <a:spcBef>
                <a:spcPct val="0"/>
              </a:spcBef>
            </a:pPr>
            <a:endParaRPr lang="zh-CN" altLang="en-US" sz="2800" b="1" i="0" u="none">
              <a:solidFill>
                <a:schemeClr val="accent1"/>
              </a:solidFill>
              <a:latin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c2fa812-e242-4cd4-9ea9-2bec8fbb4102"/>
          <p:cNvSpPr>
            <a:spLocks noGrp="1"/>
          </p:cNvSpPr>
          <p:nvPr>
            <p:ph type="title" hasCustomPrompt="1"/>
          </p:nvPr>
        </p:nvSpPr>
        <p:spPr>
          <a:xfrm>
            <a:off x="2455545" y="2762885"/>
            <a:ext cx="7542530" cy="1371600"/>
          </a:xfrm>
        </p:spPr>
        <p:txBody>
          <a:bodyPr/>
          <a:lstStyle/>
          <a:p>
            <a:pPr algn="dist">
              <a:lnSpc>
                <a:spcPct val="100000"/>
              </a:lnSpc>
              <a:spcBef>
                <a:spcPct val="0"/>
              </a:spcBef>
            </a:pPr>
            <a:r>
              <a:rPr lang="en-US" sz="13800" b="1" i="0" u="none">
                <a:solidFill>
                  <a:srgbClr val="2A5888"/>
                </a:solidFill>
                <a:ea typeface="思源黑体 CN Bold" panose="020B0800000000000000" charset="-122"/>
              </a:rPr>
              <a:t>谢谢观看</a:t>
            </a:r>
            <a:endParaRPr lang="en-US" sz="13800" b="1" i="0" u="none">
              <a:solidFill>
                <a:srgbClr val="2A5888"/>
              </a:solidFill>
              <a:ea typeface="思源黑体 CN Bold" panose="020B08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2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3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4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5.xml><?xml version="1.0" encoding="utf-8"?>
<p:tagLst xmlns:p="http://schemas.openxmlformats.org/presentationml/2006/main">
  <p:tag name="KSO_WM_DIAGRAM_VIRTUALLY_FRAME" val="{&quot;height&quot;:514.1,&quot;left&quot;:65.35,&quot;top&quot;:11.15,&quot;width&quot;:796.7}"/>
</p:tagLst>
</file>

<file path=ppt/tags/tag6.xml><?xml version="1.0" encoding="utf-8"?>
<p:tagLst xmlns:p="http://schemas.openxmlformats.org/presentationml/2006/main">
  <p:tag name="KSO_WM_DIAGRAM_VIRTUALLY_FRAME" val="{&quot;height&quot;:514.1,&quot;left&quot;:65.35,&quot;top&quot;:11.15,&quot;width&quot;:796.7}"/>
</p:tagLst>
</file>

<file path=ppt/tags/tag7.xml><?xml version="1.0" encoding="utf-8"?>
<p:tagLst xmlns:p="http://schemas.openxmlformats.org/presentationml/2006/main">
  <p:tag name="KSO_WM_DIAGRAM_VIRTUALLY_FRAME" val="{&quot;height&quot;:514.1,&quot;left&quot;:65.35,&quot;top&quot;:11.15,&quot;width&quot;:796.7}"/>
</p:tagLst>
</file>

<file path=ppt/tags/tag8.xml><?xml version="1.0" encoding="utf-8"?>
<p:tagLst xmlns:p="http://schemas.openxmlformats.org/presentationml/2006/main">
  <p:tag name="KSO_WM_DIAGRAM_VIRTUALLY_FRAME" val="{&quot;height&quot;:514.1,&quot;left&quot;:65.35,&quot;top&quot;:11.15,&quot;width&quot;:796.7}"/>
</p:tagLst>
</file>

<file path=ppt/tags/tag9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10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1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2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3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4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5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6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7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8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19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0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1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2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3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4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5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6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7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8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29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0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1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2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3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4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5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6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7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8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39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0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1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2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3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4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5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6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7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8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49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0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1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2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3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4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5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6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7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8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59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0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1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2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3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4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5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6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7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8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69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0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1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2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3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4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5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6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7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8.xml><?xml version="1.0" encoding="utf-8"?>
<p:tagLst xmlns:p="http://schemas.openxmlformats.org/presentationml/2006/main">
  <p:tag name="KSO_WM_DIAGRAM_VIRTUALLY_FRAME" val="{&quot;height&quot;:393.03173228346446,&quot;left&quot;:11.65,&quot;top&quot;:88.78724409448819,&quot;width&quot;:933.05}"/>
</p:tagLst>
</file>

<file path=ppt/tags/tag79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80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81.xml><?xml version="1.0" encoding="utf-8"?>
<p:tagLst xmlns:p="http://schemas.openxmlformats.org/presentationml/2006/main">
  <p:tag name="KSO_WM_DIAGRAM_VIRTUALLY_FRAME" val="{&quot;height&quot;:411.75,&quot;left&quot;:104.85,&quot;top&quot;:53.2,&quot;width&quot;:753}"/>
</p:tagLst>
</file>

<file path=ppt/tags/tag82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A5888"/>
      </a:accent1>
      <a:accent2>
        <a:srgbClr val="7EA1C6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iSlide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A5888"/>
      </a:accent1>
      <a:accent2>
        <a:srgbClr val="7EA1C6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b5dffdcf-be44-49f0-8c5d-e42c1bb9360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4519</Words>
  <Application>WPS 演示</Application>
  <PresentationFormat>宽屏</PresentationFormat>
  <Paragraphs>394</Paragraphs>
  <Slides>30</Slides>
  <Notes>8</Notes>
  <HiddenSlides>7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思源宋体 CN Heavy</vt:lpstr>
      <vt:lpstr>汉仪旗黑-60S</vt:lpstr>
      <vt:lpstr>思源黑体 CN Bold</vt:lpstr>
      <vt:lpstr>思源黑体 CN Normal</vt:lpstr>
      <vt:lpstr>微软雅黑</vt:lpstr>
      <vt:lpstr>黑体</vt:lpstr>
      <vt:lpstr>Arial Unicode MS</vt:lpstr>
      <vt:lpstr>等线</vt:lpstr>
      <vt:lpstr>Designed by iSlide</vt:lpstr>
      <vt:lpstr>1_Designed by iSlide</vt:lpstr>
      <vt:lpstr>KMP算法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实际应用案例（KMP算法的应用场景）</vt:lpstr>
      <vt:lpstr>未来展望(KMP算法的未来发展)</vt:lpstr>
      <vt:lpstr>PowerPoint 演示文稿</vt:lpstr>
      <vt:lpstr>谢谢观看</vt:lpstr>
    </vt:vector>
  </TitlesOfParts>
  <Company>iSlide</Company>
  <LinksUpToDate>false</LinksUpToDate>
  <SharedDoc>false</SharedDoc>
  <HyperlinksChanged>false</HyperlinksChanged>
  <AppVersion>14.0000</AppVersion>
  <Manager>joey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</dc:creator>
  <cp:lastModifiedBy>Arkin-Hui</cp:lastModifiedBy>
  <cp:revision>76</cp:revision>
  <cp:lastPrinted>2024-11-06T16:00:00Z</cp:lastPrinted>
  <dcterms:created xsi:type="dcterms:W3CDTF">2024-11-06T16:00:00Z</dcterms:created>
  <dcterms:modified xsi:type="dcterms:W3CDTF">2025-06-27T01:22:17Z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df43ef43-73fa-4ada-b755-59570d87e97f</vt:lpwstr>
  </property>
  <property fmtid="{D5CDD505-2E9C-101B-9397-08002B2CF9AE}" pid="3" name="ICV">
    <vt:lpwstr>5BF139FEDB164A799F7478941925C6F4_13</vt:lpwstr>
  </property>
  <property fmtid="{D5CDD505-2E9C-101B-9397-08002B2CF9AE}" pid="4" name="KSOProductBuildVer">
    <vt:lpwstr>2052-12.1.0.21541</vt:lpwstr>
  </property>
</Properties>
</file>